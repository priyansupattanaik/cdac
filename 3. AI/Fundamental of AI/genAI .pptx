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8" r:id="rId16"/>
    <p:sldId id="289" r:id="rId17"/>
    <p:sldId id="291" r:id="rId18"/>
    <p:sldId id="290" r:id="rId19"/>
    <p:sldId id="293" r:id="rId20"/>
    <p:sldId id="4172" r:id="rId21"/>
    <p:sldId id="4174" r:id="rId22"/>
    <p:sldId id="4175" r:id="rId23"/>
    <p:sldId id="4176" r:id="rId24"/>
    <p:sldId id="4177" r:id="rId25"/>
    <p:sldId id="4179" r:id="rId26"/>
    <p:sldId id="4178" r:id="rId27"/>
  </p:sldIdLst>
  <p:sldSz cx="18288000" cy="10287000"/>
  <p:notesSz cx="6858000" cy="9144000"/>
  <p:embeddedFontLst>
    <p:embeddedFont>
      <p:font typeface="Colonna MT" pitchFamily="82" charset="0"/>
      <p:regular r:id="rId28"/>
    </p:embeddedFont>
    <p:embeddedFont>
      <p:font typeface="Copperplate Gothic Light" panose="020E0507020206020404" pitchFamily="34" charset="0"/>
      <p:regular r:id="rId29"/>
    </p:embeddedFont>
    <p:embeddedFont>
      <p:font typeface="Garet Light" pitchFamily="2" charset="0"/>
      <p:regular r:id="rId30"/>
    </p:embeddedFont>
    <p:embeddedFont>
      <p:font typeface="The Seasons Bold" pitchFamily="2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8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font" Target="fonts/font2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font" Target="fonts/font4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font" Target="fonts/font3.fntdata" /><Relationship Id="rId35" Type="http://schemas.openxmlformats.org/officeDocument/2006/relationships/tableStyles" Target="tableStyle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B1B6BA-E311-4F2C-B18F-21E8B98F605D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1FBF71C-BADE-40A0-A160-824D4FDE14AF}">
      <dgm:prSet/>
      <dgm:spPr/>
      <dgm:t>
        <a:bodyPr/>
        <a:lstStyle/>
        <a:p>
          <a:r>
            <a:rPr lang="en-US"/>
            <a:t>Prompt Engineering</a:t>
          </a:r>
        </a:p>
      </dgm:t>
    </dgm:pt>
    <dgm:pt modelId="{9A94EA01-97BB-4A0C-9217-769A94437B0A}" type="parTrans" cxnId="{362E4658-7135-4439-AB83-C74B3448BB5E}">
      <dgm:prSet/>
      <dgm:spPr/>
      <dgm:t>
        <a:bodyPr/>
        <a:lstStyle/>
        <a:p>
          <a:endParaRPr lang="en-US"/>
        </a:p>
      </dgm:t>
    </dgm:pt>
    <dgm:pt modelId="{52BFE523-8183-40F0-B97A-75E7F192FB72}" type="sibTrans" cxnId="{362E4658-7135-4439-AB83-C74B3448BB5E}">
      <dgm:prSet/>
      <dgm:spPr/>
      <dgm:t>
        <a:bodyPr/>
        <a:lstStyle/>
        <a:p>
          <a:endParaRPr lang="en-US"/>
        </a:p>
      </dgm:t>
    </dgm:pt>
    <dgm:pt modelId="{86A879DB-A554-44CA-A577-5F003A11EA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Write prompts to get desired responses from a pre-trained model</a:t>
          </a:r>
        </a:p>
      </dgm:t>
    </dgm:pt>
    <dgm:pt modelId="{7EDFBA1C-2F3F-4262-9F60-4C33C521D18C}" type="parTrans" cxnId="{DB49D9C0-9453-45CE-AF78-5343CEB05BD3}">
      <dgm:prSet/>
      <dgm:spPr/>
      <dgm:t>
        <a:bodyPr/>
        <a:lstStyle/>
        <a:p>
          <a:endParaRPr lang="en-US"/>
        </a:p>
      </dgm:t>
    </dgm:pt>
    <dgm:pt modelId="{D3C56225-CD33-42AD-A986-531A1D29581C}" type="sibTrans" cxnId="{DB49D9C0-9453-45CE-AF78-5343CEB05BD3}">
      <dgm:prSet/>
      <dgm:spPr/>
      <dgm:t>
        <a:bodyPr/>
        <a:lstStyle/>
        <a:p>
          <a:endParaRPr lang="en-US"/>
        </a:p>
      </dgm:t>
    </dgm:pt>
    <dgm:pt modelId="{45C70F6E-48E1-4B89-B1CB-B48BF50D80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Quick results without any training or customization</a:t>
          </a:r>
        </a:p>
      </dgm:t>
    </dgm:pt>
    <dgm:pt modelId="{2CF0137E-96D7-4DE0-B5D1-3AD682372DA3}" type="parTrans" cxnId="{1E14991D-DBE8-4B2F-99CD-DFA1CED77128}">
      <dgm:prSet/>
      <dgm:spPr/>
      <dgm:t>
        <a:bodyPr/>
        <a:lstStyle/>
        <a:p>
          <a:endParaRPr lang="en-US"/>
        </a:p>
      </dgm:t>
    </dgm:pt>
    <dgm:pt modelId="{B0E50B53-A8F5-4F4B-9958-EEF9F96CFB5B}" type="sibTrans" cxnId="{1E14991D-DBE8-4B2F-99CD-DFA1CED77128}">
      <dgm:prSet/>
      <dgm:spPr/>
      <dgm:t>
        <a:bodyPr/>
        <a:lstStyle/>
        <a:p>
          <a:endParaRPr lang="en-US"/>
        </a:p>
      </dgm:t>
    </dgm:pt>
    <dgm:pt modelId="{D3B1AE1E-DD14-49CC-A34B-7728E0DC8767}">
      <dgm:prSet/>
      <dgm:spPr/>
      <dgm:t>
        <a:bodyPr/>
        <a:lstStyle/>
        <a:p>
          <a:r>
            <a:rPr lang="en-US"/>
            <a:t>Function Calling / Tool Use – in Agents</a:t>
          </a:r>
        </a:p>
      </dgm:t>
    </dgm:pt>
    <dgm:pt modelId="{FAB5F044-2364-48AE-BAA8-1C0575B977BD}" type="parTrans" cxnId="{3F06191F-F70A-452B-A93D-4A09BA656D2C}">
      <dgm:prSet/>
      <dgm:spPr/>
      <dgm:t>
        <a:bodyPr/>
        <a:lstStyle/>
        <a:p>
          <a:endParaRPr lang="en-US"/>
        </a:p>
      </dgm:t>
    </dgm:pt>
    <dgm:pt modelId="{C14C1B94-B478-4EAC-9AE5-F92886B9FFA2}" type="sibTrans" cxnId="{3F06191F-F70A-452B-A93D-4A09BA656D2C}">
      <dgm:prSet/>
      <dgm:spPr/>
      <dgm:t>
        <a:bodyPr/>
        <a:lstStyle/>
        <a:p>
          <a:endParaRPr lang="en-US"/>
        </a:p>
      </dgm:t>
    </dgm:pt>
    <dgm:pt modelId="{AAA08F7E-02B5-44A9-8659-480ABC9BB3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Let the LLM invoke external tools (search, code, calculator) based on prompts</a:t>
          </a:r>
        </a:p>
      </dgm:t>
    </dgm:pt>
    <dgm:pt modelId="{556EE91E-6CB0-4DEF-A484-8D0EA16AF783}" type="parTrans" cxnId="{98EB86EC-227B-4EB8-970C-B7ABF681D775}">
      <dgm:prSet/>
      <dgm:spPr/>
      <dgm:t>
        <a:bodyPr/>
        <a:lstStyle/>
        <a:p>
          <a:endParaRPr lang="en-US"/>
        </a:p>
      </dgm:t>
    </dgm:pt>
    <dgm:pt modelId="{3EA6CDAC-06C9-4599-81FC-567666595425}" type="sibTrans" cxnId="{98EB86EC-227B-4EB8-970C-B7ABF681D775}">
      <dgm:prSet/>
      <dgm:spPr/>
      <dgm:t>
        <a:bodyPr/>
        <a:lstStyle/>
        <a:p>
          <a:endParaRPr lang="en-US"/>
        </a:p>
      </dgm:t>
    </dgm:pt>
    <dgm:pt modelId="{D8AE2A63-A50B-4038-B994-6C391C0C40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LLMs to act like intelligent agents that interact with other systems</a:t>
          </a:r>
        </a:p>
      </dgm:t>
    </dgm:pt>
    <dgm:pt modelId="{1C95A785-E13A-47F9-9020-40F4F308FF04}" type="parTrans" cxnId="{A50EFBBE-0B51-46BB-B6E7-26C8AFA05AA9}">
      <dgm:prSet/>
      <dgm:spPr/>
      <dgm:t>
        <a:bodyPr/>
        <a:lstStyle/>
        <a:p>
          <a:endParaRPr lang="en-US"/>
        </a:p>
      </dgm:t>
    </dgm:pt>
    <dgm:pt modelId="{1FDD7EB8-A28A-4494-A5CB-33F6DFA8FB57}" type="sibTrans" cxnId="{A50EFBBE-0B51-46BB-B6E7-26C8AFA05AA9}">
      <dgm:prSet/>
      <dgm:spPr/>
      <dgm:t>
        <a:bodyPr/>
        <a:lstStyle/>
        <a:p>
          <a:endParaRPr lang="en-US"/>
        </a:p>
      </dgm:t>
    </dgm:pt>
    <dgm:pt modelId="{EADD5DE1-EA45-4129-A82A-7A4C84A2EC9F}">
      <dgm:prSet/>
      <dgm:spPr/>
      <dgm:t>
        <a:bodyPr/>
        <a:lstStyle/>
        <a:p>
          <a:r>
            <a:rPr lang="en-US"/>
            <a:t>Retrieval-Augmented Generation (RAG)</a:t>
          </a:r>
        </a:p>
      </dgm:t>
    </dgm:pt>
    <dgm:pt modelId="{E971DE86-9FB8-40D4-99DA-AA1F0B17A6BB}" type="parTrans" cxnId="{7BA26E70-41C9-45A0-AC43-F6CECF007AB6}">
      <dgm:prSet/>
      <dgm:spPr/>
      <dgm:t>
        <a:bodyPr/>
        <a:lstStyle/>
        <a:p>
          <a:endParaRPr lang="en-US"/>
        </a:p>
      </dgm:t>
    </dgm:pt>
    <dgm:pt modelId="{B8B85A1C-A4AE-406A-B0E3-7C553D943260}" type="sibTrans" cxnId="{7BA26E70-41C9-45A0-AC43-F6CECF007AB6}">
      <dgm:prSet/>
      <dgm:spPr/>
      <dgm:t>
        <a:bodyPr/>
        <a:lstStyle/>
        <a:p>
          <a:endParaRPr lang="en-US"/>
        </a:p>
      </dgm:t>
    </dgm:pt>
    <dgm:pt modelId="{31AD924B-F5C1-4614-9502-C9ABCF28B9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 LLMs with a vector database to bring in private, real-time data</a:t>
          </a:r>
        </a:p>
      </dgm:t>
    </dgm:pt>
    <dgm:pt modelId="{8F0B854C-6B88-4919-B594-433AC3F35309}" type="parTrans" cxnId="{07EACDDC-6217-4A2C-9B64-D40643E20C0E}">
      <dgm:prSet/>
      <dgm:spPr/>
      <dgm:t>
        <a:bodyPr/>
        <a:lstStyle/>
        <a:p>
          <a:endParaRPr lang="en-US"/>
        </a:p>
      </dgm:t>
    </dgm:pt>
    <dgm:pt modelId="{D675DDF8-F9BB-4642-8B79-DFF5FE64D66D}" type="sibTrans" cxnId="{07EACDDC-6217-4A2C-9B64-D40643E20C0E}">
      <dgm:prSet/>
      <dgm:spPr/>
      <dgm:t>
        <a:bodyPr/>
        <a:lstStyle/>
        <a:p>
          <a:endParaRPr lang="en-US"/>
        </a:p>
      </dgm:t>
    </dgm:pt>
    <dgm:pt modelId="{39CC7535-C872-4A56-8483-FB42550429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 LLMs to retrieve and generate from dynamic or proprietary data from your DB</a:t>
          </a:r>
        </a:p>
      </dgm:t>
    </dgm:pt>
    <dgm:pt modelId="{74F86E62-83CF-4F5C-8489-69F26B4A8495}" type="parTrans" cxnId="{89275F00-0602-4AFC-A1CF-624E3A342C6B}">
      <dgm:prSet/>
      <dgm:spPr/>
      <dgm:t>
        <a:bodyPr/>
        <a:lstStyle/>
        <a:p>
          <a:endParaRPr lang="en-US"/>
        </a:p>
      </dgm:t>
    </dgm:pt>
    <dgm:pt modelId="{9855DB22-1A33-408E-BD7A-DEED31C99C7F}" type="sibTrans" cxnId="{89275F00-0602-4AFC-A1CF-624E3A342C6B}">
      <dgm:prSet/>
      <dgm:spPr/>
      <dgm:t>
        <a:bodyPr/>
        <a:lstStyle/>
        <a:p>
          <a:endParaRPr lang="en-US"/>
        </a:p>
      </dgm:t>
    </dgm:pt>
    <dgm:pt modelId="{6559B6A5-2B8D-469B-9CD5-16BC5D731455}">
      <dgm:prSet/>
      <dgm:spPr/>
      <dgm:t>
        <a:bodyPr/>
        <a:lstStyle/>
        <a:p>
          <a:r>
            <a:rPr lang="en-US"/>
            <a:t>Fine-Tuning</a:t>
          </a:r>
        </a:p>
      </dgm:t>
    </dgm:pt>
    <dgm:pt modelId="{9FDA244C-085A-4BAC-91FC-76208D792116}" type="parTrans" cxnId="{6B9EA287-3317-484E-B46A-E1CD3BC60994}">
      <dgm:prSet/>
      <dgm:spPr/>
      <dgm:t>
        <a:bodyPr/>
        <a:lstStyle/>
        <a:p>
          <a:endParaRPr lang="en-US"/>
        </a:p>
      </dgm:t>
    </dgm:pt>
    <dgm:pt modelId="{1904386D-14CA-4135-B1C1-90A2E94003A4}" type="sibTrans" cxnId="{6B9EA287-3317-484E-B46A-E1CD3BC60994}">
      <dgm:prSet/>
      <dgm:spPr/>
      <dgm:t>
        <a:bodyPr/>
        <a:lstStyle/>
        <a:p>
          <a:endParaRPr lang="en-US"/>
        </a:p>
      </dgm:t>
    </dgm:pt>
    <dgm:pt modelId="{65C6290D-20C6-4598-9BFA-A994D340A1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Update some model weights with domain-specific datasets</a:t>
          </a:r>
        </a:p>
      </dgm:t>
    </dgm:pt>
    <dgm:pt modelId="{6177D831-D20F-44B6-B772-E53EC17CAF69}" type="parTrans" cxnId="{18434B68-32F7-4B8C-BA32-C0695BC9F18A}">
      <dgm:prSet/>
      <dgm:spPr/>
      <dgm:t>
        <a:bodyPr/>
        <a:lstStyle/>
        <a:p>
          <a:endParaRPr lang="en-US"/>
        </a:p>
      </dgm:t>
    </dgm:pt>
    <dgm:pt modelId="{6F716248-A4AE-4FFE-B14A-9DE7B656F8DA}" type="sibTrans" cxnId="{18434B68-32F7-4B8C-BA32-C0695BC9F18A}">
      <dgm:prSet/>
      <dgm:spPr/>
      <dgm:t>
        <a:bodyPr/>
        <a:lstStyle/>
        <a:p>
          <a:endParaRPr lang="en-US"/>
        </a:p>
      </dgm:t>
    </dgm:pt>
    <dgm:pt modelId="{CACAE079-102C-4FAC-8FA8-FD81974795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you want deep domain adaptation</a:t>
          </a:r>
        </a:p>
      </dgm:t>
    </dgm:pt>
    <dgm:pt modelId="{CFA20A61-3C0A-4E3B-8FC2-BEDAE955BF5B}" type="parTrans" cxnId="{C0A61221-3BBF-41B7-825D-0292B8054178}">
      <dgm:prSet/>
      <dgm:spPr/>
      <dgm:t>
        <a:bodyPr/>
        <a:lstStyle/>
        <a:p>
          <a:endParaRPr lang="en-US"/>
        </a:p>
      </dgm:t>
    </dgm:pt>
    <dgm:pt modelId="{2E10EFCD-B617-4FCA-B8E8-432B7AB556C1}" type="sibTrans" cxnId="{C0A61221-3BBF-41B7-825D-0292B8054178}">
      <dgm:prSet/>
      <dgm:spPr/>
      <dgm:t>
        <a:bodyPr/>
        <a:lstStyle/>
        <a:p>
          <a:endParaRPr lang="en-US"/>
        </a:p>
      </dgm:t>
    </dgm:pt>
    <dgm:pt modelId="{0C408299-50B5-47C8-A754-4ED350C53947}">
      <dgm:prSet/>
      <dgm:spPr/>
      <dgm:t>
        <a:bodyPr/>
        <a:lstStyle/>
        <a:p>
          <a:r>
            <a:rPr lang="en-US"/>
            <a:t>Train a Model from Scratch</a:t>
          </a:r>
        </a:p>
      </dgm:t>
    </dgm:pt>
    <dgm:pt modelId="{09EB8976-6D1E-4829-A8BA-8E07DD4184F0}" type="parTrans" cxnId="{69F9673D-98F4-432A-9540-172AD824B0EA}">
      <dgm:prSet/>
      <dgm:spPr/>
      <dgm:t>
        <a:bodyPr/>
        <a:lstStyle/>
        <a:p>
          <a:endParaRPr lang="en-US"/>
        </a:p>
      </dgm:t>
    </dgm:pt>
    <dgm:pt modelId="{81242037-1AF2-4884-AD4B-06B62CB1E5C6}" type="sibTrans" cxnId="{69F9673D-98F4-432A-9540-172AD824B0EA}">
      <dgm:prSet/>
      <dgm:spPr/>
      <dgm:t>
        <a:bodyPr/>
        <a:lstStyle/>
        <a:p>
          <a:endParaRPr lang="en-US"/>
        </a:p>
      </dgm:t>
    </dgm:pt>
    <dgm:pt modelId="{8AB8514A-2E0E-4A14-9824-DB56884414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and train your own LLM from tokens to weights</a:t>
          </a:r>
        </a:p>
      </dgm:t>
    </dgm:pt>
    <dgm:pt modelId="{1E286B97-90CD-4571-A959-D927DB75CECE}" type="parTrans" cxnId="{3E689BE6-18DB-4006-A900-72832F6613D7}">
      <dgm:prSet/>
      <dgm:spPr/>
      <dgm:t>
        <a:bodyPr/>
        <a:lstStyle/>
        <a:p>
          <a:endParaRPr lang="en-US"/>
        </a:p>
      </dgm:t>
    </dgm:pt>
    <dgm:pt modelId="{8289E561-07BB-463C-90C6-972FC778B1C4}" type="sibTrans" cxnId="{3E689BE6-18DB-4006-A900-72832F6613D7}">
      <dgm:prSet/>
      <dgm:spPr/>
      <dgm:t>
        <a:bodyPr/>
        <a:lstStyle/>
        <a:p>
          <a:endParaRPr lang="en-US"/>
        </a:p>
      </dgm:t>
    </dgm:pt>
    <dgm:pt modelId="{7545DBA4-693D-4F37-9288-682A54EE3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full control, handle unique languages, or build foundational IP</a:t>
          </a:r>
        </a:p>
      </dgm:t>
    </dgm:pt>
    <dgm:pt modelId="{65CA315E-8933-4D32-A158-1C8669F19BC4}" type="parTrans" cxnId="{71F8A5BA-5C64-4F81-AFC4-5C2970130909}">
      <dgm:prSet/>
      <dgm:spPr/>
      <dgm:t>
        <a:bodyPr/>
        <a:lstStyle/>
        <a:p>
          <a:endParaRPr lang="en-US"/>
        </a:p>
      </dgm:t>
    </dgm:pt>
    <dgm:pt modelId="{93F6CCC3-4502-4E55-81E1-41C68B3AE8EC}" type="sibTrans" cxnId="{71F8A5BA-5C64-4F81-AFC4-5C2970130909}">
      <dgm:prSet/>
      <dgm:spPr/>
      <dgm:t>
        <a:bodyPr/>
        <a:lstStyle/>
        <a:p>
          <a:endParaRPr lang="en-US"/>
        </a:p>
      </dgm:t>
    </dgm:pt>
    <dgm:pt modelId="{89CDEC60-2CD5-4B2D-8DB8-B7F64151D041}" type="pres">
      <dgm:prSet presAssocID="{5AB1B6BA-E311-4F2C-B18F-21E8B98F605D}" presName="Name0" presStyleCnt="0">
        <dgm:presLayoutVars>
          <dgm:dir/>
          <dgm:animLvl val="lvl"/>
          <dgm:resizeHandles val="exact"/>
        </dgm:presLayoutVars>
      </dgm:prSet>
      <dgm:spPr/>
    </dgm:pt>
    <dgm:pt modelId="{5202E671-25CD-4B63-8B84-3FFF6838B5ED}" type="pres">
      <dgm:prSet presAssocID="{81FBF71C-BADE-40A0-A160-824D4FDE14AF}" presName="linNode" presStyleCnt="0"/>
      <dgm:spPr/>
    </dgm:pt>
    <dgm:pt modelId="{F73884E5-EBB0-4812-8CAA-CEDC1A1AD687}" type="pres">
      <dgm:prSet presAssocID="{81FBF71C-BADE-40A0-A160-824D4FDE14A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DD96CF6B-3A5C-4485-A393-D339822FE1FD}" type="pres">
      <dgm:prSet presAssocID="{81FBF71C-BADE-40A0-A160-824D4FDE14AF}" presName="descendantText" presStyleLbl="alignAccFollowNode1" presStyleIdx="0" presStyleCnt="5">
        <dgm:presLayoutVars>
          <dgm:bulletEnabled val="1"/>
        </dgm:presLayoutVars>
      </dgm:prSet>
      <dgm:spPr/>
    </dgm:pt>
    <dgm:pt modelId="{AF07BE2F-5BE2-4182-A084-D96CCD6CFE86}" type="pres">
      <dgm:prSet presAssocID="{52BFE523-8183-40F0-B97A-75E7F192FB72}" presName="sp" presStyleCnt="0"/>
      <dgm:spPr/>
    </dgm:pt>
    <dgm:pt modelId="{9B788882-A084-4A4A-8D9A-97508C602183}" type="pres">
      <dgm:prSet presAssocID="{D3B1AE1E-DD14-49CC-A34B-7728E0DC8767}" presName="linNode" presStyleCnt="0"/>
      <dgm:spPr/>
    </dgm:pt>
    <dgm:pt modelId="{718D7B6E-455D-407C-BCB8-96A1F6425CE8}" type="pres">
      <dgm:prSet presAssocID="{D3B1AE1E-DD14-49CC-A34B-7728E0DC8767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E165EAA-4A45-474C-A583-252BD0E6D733}" type="pres">
      <dgm:prSet presAssocID="{D3B1AE1E-DD14-49CC-A34B-7728E0DC8767}" presName="descendantText" presStyleLbl="alignAccFollowNode1" presStyleIdx="1" presStyleCnt="5">
        <dgm:presLayoutVars>
          <dgm:bulletEnabled val="1"/>
        </dgm:presLayoutVars>
      </dgm:prSet>
      <dgm:spPr/>
    </dgm:pt>
    <dgm:pt modelId="{7F7D87C7-644A-407D-AD21-401F126E77D4}" type="pres">
      <dgm:prSet presAssocID="{C14C1B94-B478-4EAC-9AE5-F92886B9FFA2}" presName="sp" presStyleCnt="0"/>
      <dgm:spPr/>
    </dgm:pt>
    <dgm:pt modelId="{132A28E0-7C01-4CDC-A118-0089B4E55A1A}" type="pres">
      <dgm:prSet presAssocID="{EADD5DE1-EA45-4129-A82A-7A4C84A2EC9F}" presName="linNode" presStyleCnt="0"/>
      <dgm:spPr/>
    </dgm:pt>
    <dgm:pt modelId="{23A226EA-E32B-4E31-B18C-0DD2CE0233B1}" type="pres">
      <dgm:prSet presAssocID="{EADD5DE1-EA45-4129-A82A-7A4C84A2EC9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B08794A-4352-4A2D-89AA-1D1B2BEDB256}" type="pres">
      <dgm:prSet presAssocID="{EADD5DE1-EA45-4129-A82A-7A4C84A2EC9F}" presName="descendantText" presStyleLbl="alignAccFollowNode1" presStyleIdx="2" presStyleCnt="5">
        <dgm:presLayoutVars>
          <dgm:bulletEnabled val="1"/>
        </dgm:presLayoutVars>
      </dgm:prSet>
      <dgm:spPr/>
    </dgm:pt>
    <dgm:pt modelId="{50C1D9A9-E7F9-463D-9B51-E65CB324E704}" type="pres">
      <dgm:prSet presAssocID="{B8B85A1C-A4AE-406A-B0E3-7C553D943260}" presName="sp" presStyleCnt="0"/>
      <dgm:spPr/>
    </dgm:pt>
    <dgm:pt modelId="{D5959360-6E22-4045-AA26-023B7D0DF1D0}" type="pres">
      <dgm:prSet presAssocID="{6559B6A5-2B8D-469B-9CD5-16BC5D731455}" presName="linNode" presStyleCnt="0"/>
      <dgm:spPr/>
    </dgm:pt>
    <dgm:pt modelId="{B2A75FF6-96DF-47B7-963C-87A8AC41921C}" type="pres">
      <dgm:prSet presAssocID="{6559B6A5-2B8D-469B-9CD5-16BC5D73145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0A6470D-4C23-436A-9436-DD789BCDCCCB}" type="pres">
      <dgm:prSet presAssocID="{6559B6A5-2B8D-469B-9CD5-16BC5D731455}" presName="descendantText" presStyleLbl="alignAccFollowNode1" presStyleIdx="3" presStyleCnt="5">
        <dgm:presLayoutVars>
          <dgm:bulletEnabled val="1"/>
        </dgm:presLayoutVars>
      </dgm:prSet>
      <dgm:spPr/>
    </dgm:pt>
    <dgm:pt modelId="{CE9E32F8-3E83-4E58-B76D-958C3367F219}" type="pres">
      <dgm:prSet presAssocID="{1904386D-14CA-4135-B1C1-90A2E94003A4}" presName="sp" presStyleCnt="0"/>
      <dgm:spPr/>
    </dgm:pt>
    <dgm:pt modelId="{F4212979-23AE-479F-8442-52540E8DD659}" type="pres">
      <dgm:prSet presAssocID="{0C408299-50B5-47C8-A754-4ED350C53947}" presName="linNode" presStyleCnt="0"/>
      <dgm:spPr/>
    </dgm:pt>
    <dgm:pt modelId="{329E0B59-E66C-4B6E-9994-50CCA1B5E97C}" type="pres">
      <dgm:prSet presAssocID="{0C408299-50B5-47C8-A754-4ED350C53947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FD0AF469-395A-484E-A528-8F15B4A46CE7}" type="pres">
      <dgm:prSet presAssocID="{0C408299-50B5-47C8-A754-4ED350C53947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89275F00-0602-4AFC-A1CF-624E3A342C6B}" srcId="{EADD5DE1-EA45-4129-A82A-7A4C84A2EC9F}" destId="{39CC7535-C872-4A56-8483-FB42550429FF}" srcOrd="1" destOrd="0" parTransId="{74F86E62-83CF-4F5C-8489-69F26B4A8495}" sibTransId="{9855DB22-1A33-408E-BD7A-DEED31C99C7F}"/>
    <dgm:cxn modelId="{1793FC06-083A-4E7A-B6DE-B0244A35D64D}" type="presOf" srcId="{6559B6A5-2B8D-469B-9CD5-16BC5D731455}" destId="{B2A75FF6-96DF-47B7-963C-87A8AC41921C}" srcOrd="0" destOrd="0" presId="urn:microsoft.com/office/officeart/2005/8/layout/vList5"/>
    <dgm:cxn modelId="{09F91B0C-147E-4C4C-A920-0B81A9618A1F}" type="presOf" srcId="{CACAE079-102C-4FAC-8FA8-FD81974795BD}" destId="{60A6470D-4C23-436A-9436-DD789BCDCCCB}" srcOrd="0" destOrd="1" presId="urn:microsoft.com/office/officeart/2005/8/layout/vList5"/>
    <dgm:cxn modelId="{1E14991D-DBE8-4B2F-99CD-DFA1CED77128}" srcId="{81FBF71C-BADE-40A0-A160-824D4FDE14AF}" destId="{45C70F6E-48E1-4B89-B1CB-B48BF50D8097}" srcOrd="1" destOrd="0" parTransId="{2CF0137E-96D7-4DE0-B5D1-3AD682372DA3}" sibTransId="{B0E50B53-A8F5-4F4B-9958-EEF9F96CFB5B}"/>
    <dgm:cxn modelId="{3F06191F-F70A-452B-A93D-4A09BA656D2C}" srcId="{5AB1B6BA-E311-4F2C-B18F-21E8B98F605D}" destId="{D3B1AE1E-DD14-49CC-A34B-7728E0DC8767}" srcOrd="1" destOrd="0" parTransId="{FAB5F044-2364-48AE-BAA8-1C0575B977BD}" sibTransId="{C14C1B94-B478-4EAC-9AE5-F92886B9FFA2}"/>
    <dgm:cxn modelId="{C0A61221-3BBF-41B7-825D-0292B8054178}" srcId="{6559B6A5-2B8D-469B-9CD5-16BC5D731455}" destId="{CACAE079-102C-4FAC-8FA8-FD81974795BD}" srcOrd="1" destOrd="0" parTransId="{CFA20A61-3C0A-4E3B-8FC2-BEDAE955BF5B}" sibTransId="{2E10EFCD-B617-4FCA-B8E8-432B7AB556C1}"/>
    <dgm:cxn modelId="{4BBDA92B-AD2D-4F5F-A697-505B6BEB2E6A}" type="presOf" srcId="{65C6290D-20C6-4598-9BFA-A994D340A1BD}" destId="{60A6470D-4C23-436A-9436-DD789BCDCCCB}" srcOrd="0" destOrd="0" presId="urn:microsoft.com/office/officeart/2005/8/layout/vList5"/>
    <dgm:cxn modelId="{3214063D-2A0E-47F1-A86D-B3C7977AB1BE}" type="presOf" srcId="{45C70F6E-48E1-4B89-B1CB-B48BF50D8097}" destId="{DD96CF6B-3A5C-4485-A393-D339822FE1FD}" srcOrd="0" destOrd="1" presId="urn:microsoft.com/office/officeart/2005/8/layout/vList5"/>
    <dgm:cxn modelId="{69F9673D-98F4-432A-9540-172AD824B0EA}" srcId="{5AB1B6BA-E311-4F2C-B18F-21E8B98F605D}" destId="{0C408299-50B5-47C8-A754-4ED350C53947}" srcOrd="4" destOrd="0" parTransId="{09EB8976-6D1E-4829-A8BA-8E07DD4184F0}" sibTransId="{81242037-1AF2-4884-AD4B-06B62CB1E5C6}"/>
    <dgm:cxn modelId="{75DAC441-9E46-4D90-A375-AB04EE4FE424}" type="presOf" srcId="{EADD5DE1-EA45-4129-A82A-7A4C84A2EC9F}" destId="{23A226EA-E32B-4E31-B18C-0DD2CE0233B1}" srcOrd="0" destOrd="0" presId="urn:microsoft.com/office/officeart/2005/8/layout/vList5"/>
    <dgm:cxn modelId="{18434B68-32F7-4B8C-BA32-C0695BC9F18A}" srcId="{6559B6A5-2B8D-469B-9CD5-16BC5D731455}" destId="{65C6290D-20C6-4598-9BFA-A994D340A1BD}" srcOrd="0" destOrd="0" parTransId="{6177D831-D20F-44B6-B772-E53EC17CAF69}" sibTransId="{6F716248-A4AE-4FFE-B14A-9DE7B656F8DA}"/>
    <dgm:cxn modelId="{7BA26E70-41C9-45A0-AC43-F6CECF007AB6}" srcId="{5AB1B6BA-E311-4F2C-B18F-21E8B98F605D}" destId="{EADD5DE1-EA45-4129-A82A-7A4C84A2EC9F}" srcOrd="2" destOrd="0" parTransId="{E971DE86-9FB8-40D4-99DA-AA1F0B17A6BB}" sibTransId="{B8B85A1C-A4AE-406A-B0E3-7C553D943260}"/>
    <dgm:cxn modelId="{362E4658-7135-4439-AB83-C74B3448BB5E}" srcId="{5AB1B6BA-E311-4F2C-B18F-21E8B98F605D}" destId="{81FBF71C-BADE-40A0-A160-824D4FDE14AF}" srcOrd="0" destOrd="0" parTransId="{9A94EA01-97BB-4A0C-9217-769A94437B0A}" sibTransId="{52BFE523-8183-40F0-B97A-75E7F192FB72}"/>
    <dgm:cxn modelId="{9C47067C-2239-428A-961C-80343BE03A10}" type="presOf" srcId="{0C408299-50B5-47C8-A754-4ED350C53947}" destId="{329E0B59-E66C-4B6E-9994-50CCA1B5E97C}" srcOrd="0" destOrd="0" presId="urn:microsoft.com/office/officeart/2005/8/layout/vList5"/>
    <dgm:cxn modelId="{7A7A137C-E52E-4D0F-90BF-B3B2C089C795}" type="presOf" srcId="{7545DBA4-693D-4F37-9288-682A54EE3384}" destId="{FD0AF469-395A-484E-A528-8F15B4A46CE7}" srcOrd="0" destOrd="1" presId="urn:microsoft.com/office/officeart/2005/8/layout/vList5"/>
    <dgm:cxn modelId="{6B9EA287-3317-484E-B46A-E1CD3BC60994}" srcId="{5AB1B6BA-E311-4F2C-B18F-21E8B98F605D}" destId="{6559B6A5-2B8D-469B-9CD5-16BC5D731455}" srcOrd="3" destOrd="0" parTransId="{9FDA244C-085A-4BAC-91FC-76208D792116}" sibTransId="{1904386D-14CA-4135-B1C1-90A2E94003A4}"/>
    <dgm:cxn modelId="{B615C387-79E7-4CE7-93F0-2EB1539FAA62}" type="presOf" srcId="{86A879DB-A554-44CA-A577-5F003A11EA5F}" destId="{DD96CF6B-3A5C-4485-A393-D339822FE1FD}" srcOrd="0" destOrd="0" presId="urn:microsoft.com/office/officeart/2005/8/layout/vList5"/>
    <dgm:cxn modelId="{2AD4C2AE-C3DA-44D8-A0DC-C6DE318272EE}" type="presOf" srcId="{D3B1AE1E-DD14-49CC-A34B-7728E0DC8767}" destId="{718D7B6E-455D-407C-BCB8-96A1F6425CE8}" srcOrd="0" destOrd="0" presId="urn:microsoft.com/office/officeart/2005/8/layout/vList5"/>
    <dgm:cxn modelId="{19EA03B2-266E-4FB8-928C-02C10DF93F9E}" type="presOf" srcId="{8AB8514A-2E0E-4A14-9824-DB56884414CD}" destId="{FD0AF469-395A-484E-A528-8F15B4A46CE7}" srcOrd="0" destOrd="0" presId="urn:microsoft.com/office/officeart/2005/8/layout/vList5"/>
    <dgm:cxn modelId="{59D2BDB4-758C-4A12-B965-97A9F3068DFB}" type="presOf" srcId="{81FBF71C-BADE-40A0-A160-824D4FDE14AF}" destId="{F73884E5-EBB0-4812-8CAA-CEDC1A1AD687}" srcOrd="0" destOrd="0" presId="urn:microsoft.com/office/officeart/2005/8/layout/vList5"/>
    <dgm:cxn modelId="{71F8A5BA-5C64-4F81-AFC4-5C2970130909}" srcId="{0C408299-50B5-47C8-A754-4ED350C53947}" destId="{7545DBA4-693D-4F37-9288-682A54EE3384}" srcOrd="1" destOrd="0" parTransId="{65CA315E-8933-4D32-A158-1C8669F19BC4}" sibTransId="{93F6CCC3-4502-4E55-81E1-41C68B3AE8EC}"/>
    <dgm:cxn modelId="{A50EFBBE-0B51-46BB-B6E7-26C8AFA05AA9}" srcId="{D3B1AE1E-DD14-49CC-A34B-7728E0DC8767}" destId="{D8AE2A63-A50B-4038-B994-6C391C0C4094}" srcOrd="1" destOrd="0" parTransId="{1C95A785-E13A-47F9-9020-40F4F308FF04}" sibTransId="{1FDD7EB8-A28A-4494-A5CB-33F6DFA8FB57}"/>
    <dgm:cxn modelId="{F9B575BF-4743-4574-979B-43EF941E89B3}" type="presOf" srcId="{5AB1B6BA-E311-4F2C-B18F-21E8B98F605D}" destId="{89CDEC60-2CD5-4B2D-8DB8-B7F64151D041}" srcOrd="0" destOrd="0" presId="urn:microsoft.com/office/officeart/2005/8/layout/vList5"/>
    <dgm:cxn modelId="{DB49D9C0-9453-45CE-AF78-5343CEB05BD3}" srcId="{81FBF71C-BADE-40A0-A160-824D4FDE14AF}" destId="{86A879DB-A554-44CA-A577-5F003A11EA5F}" srcOrd="0" destOrd="0" parTransId="{7EDFBA1C-2F3F-4262-9F60-4C33C521D18C}" sibTransId="{D3C56225-CD33-42AD-A986-531A1D29581C}"/>
    <dgm:cxn modelId="{A3305BC2-5418-47CB-B863-9100A8BC1854}" type="presOf" srcId="{39CC7535-C872-4A56-8483-FB42550429FF}" destId="{2B08794A-4352-4A2D-89AA-1D1B2BEDB256}" srcOrd="0" destOrd="1" presId="urn:microsoft.com/office/officeart/2005/8/layout/vList5"/>
    <dgm:cxn modelId="{91E679CF-778C-4BE5-8FD9-3A88B73CEFD6}" type="presOf" srcId="{31AD924B-F5C1-4614-9502-C9ABCF28B9C2}" destId="{2B08794A-4352-4A2D-89AA-1D1B2BEDB256}" srcOrd="0" destOrd="0" presId="urn:microsoft.com/office/officeart/2005/8/layout/vList5"/>
    <dgm:cxn modelId="{07EACDDC-6217-4A2C-9B64-D40643E20C0E}" srcId="{EADD5DE1-EA45-4129-A82A-7A4C84A2EC9F}" destId="{31AD924B-F5C1-4614-9502-C9ABCF28B9C2}" srcOrd="0" destOrd="0" parTransId="{8F0B854C-6B88-4919-B594-433AC3F35309}" sibTransId="{D675DDF8-F9BB-4642-8B79-DFF5FE64D66D}"/>
    <dgm:cxn modelId="{3E689BE6-18DB-4006-A900-72832F6613D7}" srcId="{0C408299-50B5-47C8-A754-4ED350C53947}" destId="{8AB8514A-2E0E-4A14-9824-DB56884414CD}" srcOrd="0" destOrd="0" parTransId="{1E286B97-90CD-4571-A959-D927DB75CECE}" sibTransId="{8289E561-07BB-463C-90C6-972FC778B1C4}"/>
    <dgm:cxn modelId="{98EB86EC-227B-4EB8-970C-B7ABF681D775}" srcId="{D3B1AE1E-DD14-49CC-A34B-7728E0DC8767}" destId="{AAA08F7E-02B5-44A9-8659-480ABC9BB360}" srcOrd="0" destOrd="0" parTransId="{556EE91E-6CB0-4DEF-A484-8D0EA16AF783}" sibTransId="{3EA6CDAC-06C9-4599-81FC-567666595425}"/>
    <dgm:cxn modelId="{7216D4EF-0CC0-48D6-85F3-0190534EB25A}" type="presOf" srcId="{D8AE2A63-A50B-4038-B994-6C391C0C4094}" destId="{9E165EAA-4A45-474C-A583-252BD0E6D733}" srcOrd="0" destOrd="1" presId="urn:microsoft.com/office/officeart/2005/8/layout/vList5"/>
    <dgm:cxn modelId="{135FA3F7-A9C4-474A-9797-56FF1B82ECC7}" type="presOf" srcId="{AAA08F7E-02B5-44A9-8659-480ABC9BB360}" destId="{9E165EAA-4A45-474C-A583-252BD0E6D733}" srcOrd="0" destOrd="0" presId="urn:microsoft.com/office/officeart/2005/8/layout/vList5"/>
    <dgm:cxn modelId="{CA90EA60-8B06-468A-A8B2-56EDEEB197F3}" type="presParOf" srcId="{89CDEC60-2CD5-4B2D-8DB8-B7F64151D041}" destId="{5202E671-25CD-4B63-8B84-3FFF6838B5ED}" srcOrd="0" destOrd="0" presId="urn:microsoft.com/office/officeart/2005/8/layout/vList5"/>
    <dgm:cxn modelId="{53689C80-23B4-4F9F-9399-4764BE9E7AF4}" type="presParOf" srcId="{5202E671-25CD-4B63-8B84-3FFF6838B5ED}" destId="{F73884E5-EBB0-4812-8CAA-CEDC1A1AD687}" srcOrd="0" destOrd="0" presId="urn:microsoft.com/office/officeart/2005/8/layout/vList5"/>
    <dgm:cxn modelId="{77279A9D-43F5-43E9-99C5-8217C8B95672}" type="presParOf" srcId="{5202E671-25CD-4B63-8B84-3FFF6838B5ED}" destId="{DD96CF6B-3A5C-4485-A393-D339822FE1FD}" srcOrd="1" destOrd="0" presId="urn:microsoft.com/office/officeart/2005/8/layout/vList5"/>
    <dgm:cxn modelId="{B40F391D-02CD-4A0C-B51C-86E09F5CB151}" type="presParOf" srcId="{89CDEC60-2CD5-4B2D-8DB8-B7F64151D041}" destId="{AF07BE2F-5BE2-4182-A084-D96CCD6CFE86}" srcOrd="1" destOrd="0" presId="urn:microsoft.com/office/officeart/2005/8/layout/vList5"/>
    <dgm:cxn modelId="{8EC4E0DC-7FC4-41E6-8E8B-CBA29624E1E1}" type="presParOf" srcId="{89CDEC60-2CD5-4B2D-8DB8-B7F64151D041}" destId="{9B788882-A084-4A4A-8D9A-97508C602183}" srcOrd="2" destOrd="0" presId="urn:microsoft.com/office/officeart/2005/8/layout/vList5"/>
    <dgm:cxn modelId="{7A9C4FD5-D139-49EB-833D-2810AF12E032}" type="presParOf" srcId="{9B788882-A084-4A4A-8D9A-97508C602183}" destId="{718D7B6E-455D-407C-BCB8-96A1F6425CE8}" srcOrd="0" destOrd="0" presId="urn:microsoft.com/office/officeart/2005/8/layout/vList5"/>
    <dgm:cxn modelId="{36F99AD9-62E7-40C4-9314-ADC02630E99B}" type="presParOf" srcId="{9B788882-A084-4A4A-8D9A-97508C602183}" destId="{9E165EAA-4A45-474C-A583-252BD0E6D733}" srcOrd="1" destOrd="0" presId="urn:microsoft.com/office/officeart/2005/8/layout/vList5"/>
    <dgm:cxn modelId="{E0179854-72A0-47A0-B259-283F3BE41820}" type="presParOf" srcId="{89CDEC60-2CD5-4B2D-8DB8-B7F64151D041}" destId="{7F7D87C7-644A-407D-AD21-401F126E77D4}" srcOrd="3" destOrd="0" presId="urn:microsoft.com/office/officeart/2005/8/layout/vList5"/>
    <dgm:cxn modelId="{09DD1A24-9258-4FD1-BC67-B743F70603E9}" type="presParOf" srcId="{89CDEC60-2CD5-4B2D-8DB8-B7F64151D041}" destId="{132A28E0-7C01-4CDC-A118-0089B4E55A1A}" srcOrd="4" destOrd="0" presId="urn:microsoft.com/office/officeart/2005/8/layout/vList5"/>
    <dgm:cxn modelId="{A245C588-BAD7-47C4-B6B2-1461F8004F90}" type="presParOf" srcId="{132A28E0-7C01-4CDC-A118-0089B4E55A1A}" destId="{23A226EA-E32B-4E31-B18C-0DD2CE0233B1}" srcOrd="0" destOrd="0" presId="urn:microsoft.com/office/officeart/2005/8/layout/vList5"/>
    <dgm:cxn modelId="{3D251196-3B10-4A42-BE40-332A794F4904}" type="presParOf" srcId="{132A28E0-7C01-4CDC-A118-0089B4E55A1A}" destId="{2B08794A-4352-4A2D-89AA-1D1B2BEDB256}" srcOrd="1" destOrd="0" presId="urn:microsoft.com/office/officeart/2005/8/layout/vList5"/>
    <dgm:cxn modelId="{70F21DEA-8AC2-4B10-BC79-BFA641D09AB8}" type="presParOf" srcId="{89CDEC60-2CD5-4B2D-8DB8-B7F64151D041}" destId="{50C1D9A9-E7F9-463D-9B51-E65CB324E704}" srcOrd="5" destOrd="0" presId="urn:microsoft.com/office/officeart/2005/8/layout/vList5"/>
    <dgm:cxn modelId="{11039121-CCBB-4229-A746-EAF3AA0EA6D1}" type="presParOf" srcId="{89CDEC60-2CD5-4B2D-8DB8-B7F64151D041}" destId="{D5959360-6E22-4045-AA26-023B7D0DF1D0}" srcOrd="6" destOrd="0" presId="urn:microsoft.com/office/officeart/2005/8/layout/vList5"/>
    <dgm:cxn modelId="{86C87EF7-02A2-42E5-BA5B-24D2060B6C9F}" type="presParOf" srcId="{D5959360-6E22-4045-AA26-023B7D0DF1D0}" destId="{B2A75FF6-96DF-47B7-963C-87A8AC41921C}" srcOrd="0" destOrd="0" presId="urn:microsoft.com/office/officeart/2005/8/layout/vList5"/>
    <dgm:cxn modelId="{13EB0633-64D5-467D-8E88-17CC41925F98}" type="presParOf" srcId="{D5959360-6E22-4045-AA26-023B7D0DF1D0}" destId="{60A6470D-4C23-436A-9436-DD789BCDCCCB}" srcOrd="1" destOrd="0" presId="urn:microsoft.com/office/officeart/2005/8/layout/vList5"/>
    <dgm:cxn modelId="{E4F79D1A-C15E-44E4-91B3-AB586CF87B30}" type="presParOf" srcId="{89CDEC60-2CD5-4B2D-8DB8-B7F64151D041}" destId="{CE9E32F8-3E83-4E58-B76D-958C3367F219}" srcOrd="7" destOrd="0" presId="urn:microsoft.com/office/officeart/2005/8/layout/vList5"/>
    <dgm:cxn modelId="{E0F7EA1D-2A42-4A95-85C6-AC705813D24C}" type="presParOf" srcId="{89CDEC60-2CD5-4B2D-8DB8-B7F64151D041}" destId="{F4212979-23AE-479F-8442-52540E8DD659}" srcOrd="8" destOrd="0" presId="urn:microsoft.com/office/officeart/2005/8/layout/vList5"/>
    <dgm:cxn modelId="{F0836F3F-4568-409D-AA7A-54B92FFAB193}" type="presParOf" srcId="{F4212979-23AE-479F-8442-52540E8DD659}" destId="{329E0B59-E66C-4B6E-9994-50CCA1B5E97C}" srcOrd="0" destOrd="0" presId="urn:microsoft.com/office/officeart/2005/8/layout/vList5"/>
    <dgm:cxn modelId="{18E35F0A-7988-42FB-A9B7-802EB8106D1C}" type="presParOf" srcId="{F4212979-23AE-479F-8442-52540E8DD659}" destId="{FD0AF469-395A-484E-A528-8F15B4A46C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96CF6B-3A5C-4485-A393-D339822FE1FD}">
      <dsp:nvSpPr>
        <dsp:cNvPr id="0" name=""/>
        <dsp:cNvSpPr/>
      </dsp:nvSpPr>
      <dsp:spPr>
        <a:xfrm rot="5400000">
          <a:off x="10721206" y="-4610347"/>
          <a:ext cx="1107909" cy="1061191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Write prompts to get desired responses from a pre-trained model</a:t>
          </a:r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Quick results without any training or customization</a:t>
          </a:r>
        </a:p>
      </dsp:txBody>
      <dsp:txXfrm rot="-5400000">
        <a:off x="5969203" y="195740"/>
        <a:ext cx="10557832" cy="999741"/>
      </dsp:txXfrm>
    </dsp:sp>
    <dsp:sp modelId="{F73884E5-EBB0-4812-8CAA-CEDC1A1AD687}">
      <dsp:nvSpPr>
        <dsp:cNvPr id="0" name=""/>
        <dsp:cNvSpPr/>
      </dsp:nvSpPr>
      <dsp:spPr>
        <a:xfrm>
          <a:off x="0" y="3167"/>
          <a:ext cx="5969203" cy="13848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Prompt Engineering</a:t>
          </a:r>
        </a:p>
      </dsp:txBody>
      <dsp:txXfrm>
        <a:off x="67605" y="70772"/>
        <a:ext cx="5833993" cy="1249676"/>
      </dsp:txXfrm>
    </dsp:sp>
    <dsp:sp modelId="{9E165EAA-4A45-474C-A583-252BD0E6D733}">
      <dsp:nvSpPr>
        <dsp:cNvPr id="0" name=""/>
        <dsp:cNvSpPr/>
      </dsp:nvSpPr>
      <dsp:spPr>
        <a:xfrm rot="5400000">
          <a:off x="10721206" y="-3156216"/>
          <a:ext cx="1107909" cy="1061191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Let the LLM invoke external tools (search, code, calculator) based on prompts</a:t>
          </a:r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Make LLMs to act like intelligent agents that interact with other systems</a:t>
          </a:r>
        </a:p>
      </dsp:txBody>
      <dsp:txXfrm rot="-5400000">
        <a:off x="5969203" y="1649871"/>
        <a:ext cx="10557832" cy="999741"/>
      </dsp:txXfrm>
    </dsp:sp>
    <dsp:sp modelId="{718D7B6E-455D-407C-BCB8-96A1F6425CE8}">
      <dsp:nvSpPr>
        <dsp:cNvPr id="0" name=""/>
        <dsp:cNvSpPr/>
      </dsp:nvSpPr>
      <dsp:spPr>
        <a:xfrm>
          <a:off x="0" y="1457298"/>
          <a:ext cx="5969203" cy="13848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Function Calling / Tool Use – in Agents</a:t>
          </a:r>
        </a:p>
      </dsp:txBody>
      <dsp:txXfrm>
        <a:off x="67605" y="1524903"/>
        <a:ext cx="5833993" cy="1249676"/>
      </dsp:txXfrm>
    </dsp:sp>
    <dsp:sp modelId="{2B08794A-4352-4A2D-89AA-1D1B2BEDB256}">
      <dsp:nvSpPr>
        <dsp:cNvPr id="0" name=""/>
        <dsp:cNvSpPr/>
      </dsp:nvSpPr>
      <dsp:spPr>
        <a:xfrm rot="5400000">
          <a:off x="10721206" y="-1702085"/>
          <a:ext cx="1107909" cy="10611916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Combine LLMs with a vector database to bring in private, real-time data</a:t>
          </a:r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Enhance LLMs to retrieve and generate from dynamic or proprietary data from your DB</a:t>
          </a:r>
        </a:p>
      </dsp:txBody>
      <dsp:txXfrm rot="-5400000">
        <a:off x="5969203" y="3104002"/>
        <a:ext cx="10557832" cy="999741"/>
      </dsp:txXfrm>
    </dsp:sp>
    <dsp:sp modelId="{23A226EA-E32B-4E31-B18C-0DD2CE0233B1}">
      <dsp:nvSpPr>
        <dsp:cNvPr id="0" name=""/>
        <dsp:cNvSpPr/>
      </dsp:nvSpPr>
      <dsp:spPr>
        <a:xfrm>
          <a:off x="0" y="2911429"/>
          <a:ext cx="5969203" cy="13848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Retrieval-Augmented Generation (RAG)</a:t>
          </a:r>
        </a:p>
      </dsp:txBody>
      <dsp:txXfrm>
        <a:off x="67605" y="2979034"/>
        <a:ext cx="5833993" cy="1249676"/>
      </dsp:txXfrm>
    </dsp:sp>
    <dsp:sp modelId="{60A6470D-4C23-436A-9436-DD789BCDCCCB}">
      <dsp:nvSpPr>
        <dsp:cNvPr id="0" name=""/>
        <dsp:cNvSpPr/>
      </dsp:nvSpPr>
      <dsp:spPr>
        <a:xfrm rot="5400000">
          <a:off x="10721206" y="-247954"/>
          <a:ext cx="1107909" cy="10611916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Update some model weights with domain-specific datasets</a:t>
          </a:r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When you want deep domain adaptation</a:t>
          </a:r>
        </a:p>
      </dsp:txBody>
      <dsp:txXfrm rot="-5400000">
        <a:off x="5969203" y="4558133"/>
        <a:ext cx="10557832" cy="999741"/>
      </dsp:txXfrm>
    </dsp:sp>
    <dsp:sp modelId="{B2A75FF6-96DF-47B7-963C-87A8AC41921C}">
      <dsp:nvSpPr>
        <dsp:cNvPr id="0" name=""/>
        <dsp:cNvSpPr/>
      </dsp:nvSpPr>
      <dsp:spPr>
        <a:xfrm>
          <a:off x="0" y="4365560"/>
          <a:ext cx="5969203" cy="13848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Fine-Tuning</a:t>
          </a:r>
        </a:p>
      </dsp:txBody>
      <dsp:txXfrm>
        <a:off x="67605" y="4433165"/>
        <a:ext cx="5833993" cy="1249676"/>
      </dsp:txXfrm>
    </dsp:sp>
    <dsp:sp modelId="{FD0AF469-395A-484E-A528-8F15B4A46CE7}">
      <dsp:nvSpPr>
        <dsp:cNvPr id="0" name=""/>
        <dsp:cNvSpPr/>
      </dsp:nvSpPr>
      <dsp:spPr>
        <a:xfrm rot="5400000">
          <a:off x="10721206" y="1206176"/>
          <a:ext cx="1107909" cy="10611916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Build and train your own LLM from tokens to weights</a:t>
          </a:r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need full control, handle unique languages, or build foundational IP</a:t>
          </a:r>
        </a:p>
      </dsp:txBody>
      <dsp:txXfrm rot="-5400000">
        <a:off x="5969203" y="6012263"/>
        <a:ext cx="10557832" cy="999741"/>
      </dsp:txXfrm>
    </dsp:sp>
    <dsp:sp modelId="{329E0B59-E66C-4B6E-9994-50CCA1B5E97C}">
      <dsp:nvSpPr>
        <dsp:cNvPr id="0" name=""/>
        <dsp:cNvSpPr/>
      </dsp:nvSpPr>
      <dsp:spPr>
        <a:xfrm>
          <a:off x="0" y="5819691"/>
          <a:ext cx="5969203" cy="138488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Train a Model from Scratch</a:t>
          </a:r>
        </a:p>
      </dsp:txBody>
      <dsp:txXfrm>
        <a:off x="67605" y="5887296"/>
        <a:ext cx="5833993" cy="1249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09:40:15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2656 1588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09:40:15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3990 741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09:40:22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14594 804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12859 14393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4371 5165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4371 5165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4837 6456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5726 8065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5726 8065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5726 8065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5196 8086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5196 8086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4752 8065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5069 7768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5069 7768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28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5069 7768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23929 2286 16383 0 0,'0'8'0'0'0,"0"10"0"0"0,0 9 0 0 0,0 9 0 0 0,0 5 0 0 0,0 4 0 0 0,0 9 0 0 0,0 12 0 0 0,0 16 0 0 0,8 19 0 0 0,2 7 0 0 0,7 16 0 0 0,9 2 0 0 0,8 19 0 0 0,5 7 0 0 0,4 2 0 0 0,2-3 0 0 0,2-12 0 0 0,-8-6 0 0 0,-2-2 0 0 0,-8-16 0 0 0,-9-13 0 0 0,0-7 0 0 0,-3-5 0 0 0,3-10 0 0 0,-2-3 0 0 0,-4 1 0 0 0,-4-6 0 0 0,-4-6 0 0 0,4-8 0 0 0,2-5 0 0 0,-3-5 0 0 0,-2-2 0 0 0,-2-1 0 0 0,-2-1 0 0 0,-2 0 0 0 0,-1 0 0 0 0,0 0 0 0 0,0-7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24007 2244 16383 0 0,'0'7'0'0'0,"-8"19"0"0"0,-2 12 0 0 0,-8 15 0 0 0,0 14 0 0 0,3 4 0 0 0,3-4 0 0 0,5-4 0 0 0,3-6 0 0 0,2-4 0 0 0,1-5 0 0 0,2-1 0 0 0,-1-2 0 0 0,1-1 0 0 0,0 1 0 0 0,-8-9 0 0 0,-11-1 0 0 0,-2 0 0 0 0,3 2 0 0 0,3 2 0 0 0,5 3 0 0 0,4 2 0 0 0,2 0 0 0 0,2-14 0 0 0,2-20 0 0 0,-1-19 0 0 0,1-17 0 0 0,0-11 0 0 0,0-14 0 0 0,-1-15 0 0 0,0-3 0 0 0,0 2 0 0 0,0 5 0 0 0,8-3 0 0 0,2 3 0 0 0,0 3 0 0 0,-2 5 0 0 0,-3 3 0 0 0,-1 3 0 0 0,5 2 0 0 0,2 1 0 0 0,-1 0 0 0 0,6 0 0 0 0,-1 1 0 0 0,5 7 0 0 0,8 10 0 0 0,13 9 0 0 0,24 9 0 0 0,16 12 0 0 0,17 15 0 0 0,15 11 0 0 0,-4 8 0 0 0,-4-1 0 0 0,-6 0 0 0 0,-11 2 0 0 0,-14-6 0 0 0,-10-7 0 0 0,-18-2 0 0 0,-15 4 0 0 0,-6-3 0 0 0,-7 3 0 0 0,1-4 0 0 0,-3-6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25500 3683 16383 0 0,'-16'8'0'0'0,"-35"17"0"0"0,-40 21 0 0 0,-36 10 0 0 0,-35 10 0 0 0,-12 11 0 0 0,-16 6 0 0 0,2 5 0 0 0,1-4 0 0 0,10-2 0 0 0,12 1 0 0 0,18-6 0 0 0,27-8 0 0 0,18-16 0 0 0,11-10 0 0 0,6-3 0 0 0,17-2 0 0 0,12 1 0 0 0,8 1 0 0 0,5-6 0 0 0,2-9 0 0 0,0 0 0 0 0,-1-6 0 0 0,-1-5 0 0 0,7-13 0 0 0,10-14 0 0 0,9-13 0 0 0,7-10 0 0 0,6-6 0 0 0,3-3 0 0 0,2-3 0 0 0,1 0 0 0 0,0 0 0 0 0,0 0 0 0 0,-1 2 0 0 0,-1-1 0 0 0,1 2 0 0 0,-1-1 0 0 0,0 16 0 0 0,0 21 0 0 0,0 19 0 0 0,0 16 0 0 0,0 11 0 0 0,0 8 0 0 0,0 10 0 0 0,0 5 0 0 0,0-1 0 0 0,0-3 0 0 0,0-2 0 0 0,0-4 0 0 0,0-2 0 0 0,0-1 0 0 0,0-2 0 0 0,7-8 0 0 0,11-10 0 0 0,10-10 0 0 0,8-8 0 0 0,5-5 0 0 0,4-4 0 0 0,1-1 0 0 0,2-1 0 0 0,-1 0 0 0 0,0 1 0 0 0,0-1 0 0 0,-9 2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24726 3620 16383 0 0,'-8'15'0'0'0,"-10"29"0"0"0,-10 37 0 0 0,1 43 0 0 0,-4 40 0 0 0,-4 23 0 0 0,-4 25 0 0 0,-3 8 0 0 0,-2-3 0 0 0,-1-7 0 0 0,-1-17 0 0 0,0-17 0 0 0,0-16 0 0 0,0-20 0 0 0,0-10 0 0 0,-7 3 0 0 0,-3-5 0 0 0,9-1 0 0 0,4-7 0 0 0,2-9 0 0 0,0 0 0 0 0,-1-3 0 0 0,-1-12 0 0 0,0-15 0 0 0,-1-14 0 0 0,6-10 0 0 0,11-7 0 0 0,9-5 0 0 0,9-1 0 0 0,4-2 0 0 0,4 1 0 0 0,3 0 0 0 0,-1-15 0 0 0,1-27 0 0 0,0-37 0 0 0,-1-21 0 0 0,0-15 0 0 0,-1-11 0 0 0,1-8 0 0 0,-1 6 0 0 0,0 0 0 0 0,0 0 0 0 0,-1-1 0 0 0,1 6 0 0 0,0 1 0 0 0,0 7 0 0 0,0 8 0 0 0,0 6 0 0 0,0 7 0 0 0,0 3 0 0 0,0 2 0 0 0,0 17 0 0 0,0 21 0 0 0,0 20 0 0 0,0 15 0 0 0,0 11 0 0 0,0 7 0 0 0,0 3 0 0 0,8 1 0 0 0,2 0 0 0 0,0 0 0 0 0,-2-1 0 0 0,-2-1 0 0 0,-3-1 0 0 0,-1-1 0 0 0,6-7 0 0 0,10-11 0 0 0,10-9 0 0 0,7-9 0 0 0,6-5 0 0 0,11-11 0 0 0,12-12 0 0 0,3-11 0 0 0,6-7 0 0 0,5-6 0 0 0,6-3 0 0 0,-5-2 0 0 0,-7 1 0 0 0,-9-1 0 0 0,-7 1 0 0 0,-5 8 0 0 0,-4 11 0 0 0,-10 3 0 0 0,-3 4 0 0 0,-8 0 0 0 0,-8 2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24141 3725 16383 0 0,'15'8'0'0'0,"21"18"0"0"0,19 12 0 0 0,17-1 0 0 0,2 10 0 0 0,-2 4 0 0 0,1 8 0 0 0,-4 11 0 0 0,-5 0 0 0 0,-7-11 0 0 0,-5-1 0 0 0,-11 6 0 0 0,-6 7 0 0 0,1-1 0 0 0,0 3 0 0 0,2 5 0 0 0,3 4 0 0 0,2-3 0 0 0,1-1 0 0 0,-7 2 0 0 0,-1-4 0 0 0,0-8 0 0 0,2-8 0 0 0,2-6 0 0 0,-6-4 0 0 0,-8-4 0 0 0,-1-9 0 0 0,-5-3 0 0 0,2-8 0 0 0,-3 0 0 0 0,-5 3 0 0 0,4 4 0 0 0,5 5 0 0 0,8-5 0 0 0,5 0 0 0 0,5 2 0 0 0,3 3 0 0 0,2 3 0 0 0,0 2 0 0 0,1-7 0 0 0,-8-1 0 0 0,-3-7 0 0 0,-8 0 0 0 0,0-5 0 0 0,-13-7 0 0 0,-17-5 0 0 0,-24-6 0 0 0,-14-2 0 0 0,-9-3 0 0 0,-3-1 0 0 0,-1 0 0 0 0,1 0 0 0 0,1 0 0 0 0,3 0 0 0 0,0 1 0 0 0,2-1 0 0 0,0-6 0 0 0,1-4 0 0 0,23 2 0 0 0,39 1 0 0 0,47 2 0 0 0,43 3 0 0 0,20 1 0 0 0,2 1 0 0 0,-4 1 0 0 0,-16 0 0 0 0,-19 1 0 0 0,-16-1 0 0 0,-15 1 0 0 0,-8-1 0 0 0,-13-8 0 0 0,-21-10 0 0 0,-21-17 0 0 0,-18-19 0 0 0,-20-15 0 0 0,-11-11 0 0 0,-11-15 0 0 0,-4 0 0 0 0,3 9 0 0 0,5 12 0 0 0,4 10 0 0 0,5 8 0 0 0,10 7 0 0 0,5 3 0 0 0,9 2 0 0 0,0 9 0 0 0,6 2 0 0 0,-2 7 0 0 0,-4 7 0 0 0,2 8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24077 3753 16383 0 0,'16'0'0'0'0,"19"0"0"0"0,29 0 0 0 0,17 0 0 0 0,11 0 0 0 0,21 0 0 0 0,14 8 0 0 0,24 2 0 0 0,10 7 0 0 0,8 2 0 0 0,6-4 0 0 0,-4-4 0 0 0,-14 5 0 0 0,-12-2 0 0 0,-15-2 0 0 0,-14-4 0 0 0,-19-3 0 0 0,-11-2 0 0 0,-4 6 0 0 0,-9 1 0 0 0,-8-1 0 0 0,-1-1 0 0 0,5-4 0 0 0,5-1 0 0 0,7 7 0 0 0,4 0 0 0 0,-4 0 0 0 0,-1-2 0 0 0,-6-3 0 0 0,-8 6 0 0 0,-8 0 0 0 0,-5 0 0 0 0,-5-4 0 0 0,-2 6 0 0 0,-2 1 0 0 0,0-3 0 0 0,0-3 0 0 0,0-2 0 0 0,0-3 0 0 0,1-2 0 0 0,0-1 0 0 0,0 0 0 0 0,1-1 0 0 0,-16-7 0 0 0,-21-10 0 0 0,-19-11 0 0 0,-16-6 0 0 0,-11-15 0 0 0,-7-5 0 0 0,-4-1 0 0 0,-9-7 0 0 0,-2 8 0 0 0,0 5 0 0 0,4 11 0 0 0,10 5 0 0 0,5 7 0 0 0,3 2 0 0 0,-2-3 0 0 0,15 2 0 0 0,11 15 0 0 0,15 16 0 0 0,16 15 0 0 0,11 12 0 0 0,10 1 0 0 0,5-6 0 0 0,-5 0 0 0 0,-1-3 0 0 0,-7 0 0 0 0,-9 5 0 0 0,0-3 0 0 0,-4 2 0 0 0,-6 4 0 0 0,4-3 0 0 0,7 0 0 0 0,6 4 0 0 0,-1 4 0 0 0,-5 3 0 0 0,-7 2 0 0 0,2-5 0 0 0,-3-2 0 0 0,-3 1 0 0 0,-12 2 0 0 0,-21 3 0 0 0,-22 1 0 0 0,-20 2 0 0 0,-14-7 0 0 0,-10-2 0 0 0,3-6 0 0 0,7-2 0 0 0,10-4 0 0 0,8-7 0 0 0,6-5 0 0 0,5-6 0 0 0,3-2 0 0 0,1-3 0 0 0,8-1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24162 4491 16383 0 0,'15'-8'0'0'0,"29"-17"0"0"0,29-29 0 0 0,34-27 0 0 0,21-8 0 0 0,-3-5 0 0 0,-7 7 0 0 0,-16 10 0 0 0,-18 18 0 0 0,-16 19 0 0 0,-11 17 0 0 0,-8-4 0 0 0,4-12 0 0 0,7-8 0 0 0,10-11 0 0 0,0-11 0 0 0,-4-1 0 0 0,-5 3 0 0 0,-6 13 0 0 0,-4 8 0 0 0,-3 4 0 0 0,-10 2 0 0 0,-4 7 0 0 0,-7 2 0 0 0,-8-2 0 0 0,-8-2 0 0 0,-6-4 0 0 0,-3-2 0 0 0,-2-3 0 0 0,-2-1 0 0 0,8 0 0 0 0,3-1 0 0 0,7 8 0 0 0,2 2 0 0 0,4 8 0 0 0,7 8 0 0 0,-1 0 0 0 0,1 3 0 0 0,-3-2 0 0 0,1-7 0 0 0,4 2 0 0 0,-3-4 0 0 0,0 4 0 0 0,-3-2 0 0 0,1 4 0 0 0,4 4 0 0 0,5 7 0 0 0,-4 4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24903 2455 16383 0 0,'15'0'0'0'0,"13"0"0"0"0,10 0 0 0 0,5 0 0 0 0,4 0 0 0 0,1 0 0 0 0,1 0 0 0 0,-1 0 0 0 0,-1 0 0 0 0,0 0 0 0 0,-9 8 0 0 0,-10 10 0 0 0,-10 10 0 0 0,-9 7 0 0 0,-5 7 0 0 0,-3 2 0 0 0,-2 3 0 0 0,-2 0 0 0 0,1 1 0 0 0,1-1 0 0 0,0-1 0 0 0,0 0 0 0 0,0 0 0 0 0,1 0 0 0 0,0-1 0 0 0,0 0 0 0 0,0 1 0 0 0,0-1 0 0 0,0 0 0 0 0,0 0 0 0 0,1 1 0 0 0,-1-1 0 0 0,0-7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25601 4569 16383 0 0,'-8'-8'0'0'0,"-10"-10"0"0"0,-17-9 0 0 0,-19-1 0 0 0,-15-11 0 0 0,-11-14 0 0 0,-16-13 0 0 0,-14-4 0 0 0,-11-5 0 0 0,-9-5 0 0 0,2-4 0 0 0,1 3 0 0 0,5 17 0 0 0,17 11 0 0 0,10 7 0 0 0,6 3 0 0 0,3 9 0 0 0,8 3 0 0 0,17-1 0 0 0,12-3 0 0 0,6-3 0 0 0,-5-3 0 0 0,-2 5 0 0 0,-8 2 0 0 0,-2-2 0 0 0,-6-1 0 0 0,-7-4 0 0 0,-7-1 0 0 0,3-2 0 0 0,-1-1 0 0 0,5 7 0 0 0,7 2 0 0 0,7 0 0 0 0,6 6 0 0 0,4 8 0 0 0,11 0 0 0 0,4 4 0 0 0,-1 5 0 0 0,7-4 0 0 0,0 2 0 0 0,4 11 0 0 0,7 14 0 0 0,6 13 0 0 0,5 10 0 0 0,4 7 0 0 0,1 5 0 0 0,2 2 0 0 0,0 1 0 0 0,8-7 0 0 0,10-27 0 0 0,2-31 0 0 0,-3-20 0 0 0,-4-12 0 0 0,-5-5 0 0 0,-4-1 0 0 0,-2 1 0 0 0,-2 2 0 0 0,-2 3 0 0 0,1 1 0 0 0,6 9 0 0 0,12 11 0 0 0,9 10 0 0 0,8 9 0 0 0,-2 13 0 0 0,2 6 0 0 0,1 9 0 0 0,4 1 0 0 0,-6-2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25782 3662 16383 0 0,'-16'0'0'0'0,"-19"0"0"0"0,-13 0 0 0 0,-6 0 0 0 0,0 0 0 0 0,0 0 0 0 0,2 0 0 0 0,2 0 0 0 0,2 0 0 0 0,1 0 0 0 0,1 0 0 0 0,1 0 0 0 0,0 0 0 0 0,-7 0 0 0 0,-11 0 0 0 0,-3 0 0 0 0,4 0 0 0 0,-5 0 0 0 0,3 0 0 0 0,3 0 0 0 0,-2 0 0 0 0,1 0 0 0 0,3 0 0 0 0,5 0 0 0 0,3 0 0 0 0,3 0 0 0 0,2 0 0 0 0,0 0 0 0 0,2 0 0 0 0,-1 0 0 0 0,-7 0 0 0 0,-11 0 0 0 0,-2 0 0 0 0,-5 0 0 0 0,-7 8 0 0 0,-5 2 0 0 0,3 0 0 0 0,0-3 0 0 0,6-1 0 0 0,7-2 0 0 0,7-3 0 0 0,7 0 0 0 0,3-1 0 0 0,3 0 0 0 0,2-1 0 0 0,0 1 0 0 0,0 0 0 0 0,0-1 0 0 0,-1 1 0 0 0,1 0 0 0 0,-1 0 0 0 0,-1 0 0 0 0,1 0 0 0 0,0 0 0 0 0,-1 0 0 0 0,1 0 0 0 0,-1 0 0 0 0,1 0 0 0 0,0 0 0 0 0,-1 0 0 0 0,1 0 0 0 0,-1 0 0 0 0,17 0 0 0 0,11-7 0 0 0,18-4 0 0 0,16-6 0 0 0,14-9 0 0 0,8 0 0 0 0,6 5 0 0 0,4 6 0 0 0,-7-3 0 0 0,-3 3 0 0 0,0 3 0 0 0,-6-4 0 0 0,-16 1 0 0 0,-12 10 0 0 0,-13 7 0 0 0,-6 10 0 0 0,0 11 0 0 0,-5 1 0 0 0,-7 5 0 0 0,1 5 0 0 0,-2-3 0 0 0,2 0 0 0 0,0-5 0 0 0,2 2 0 0 0,-1-5 0 0 0,4 1 0 0 0,-3-2 0 0 0,2 2 0 0 0,14 4 0 0 0,7 6 0 0 0,12-3 0 0 0,12-7 0 0 0,2 0 0 0 0,4-4 0 0 0,6-5 0 0 0,-5 2 0 0 0,2 7 0 0 0,3-2 0 0 0,2-4 0 0 0,-4 2 0 0 0,0-1 0 0 0,-7 3 0 0 0,2-3 0 0 0,2-3 0 0 0,-3-5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24119 3704 16383 0 0,'0'8'0'0'0,"0"10"0"0"0,0 17 0 0 0,8 11 0 0 0,10 21 0 0 0,10 21 0 0 0,0 4 0 0 0,-5 2 0 0 0,-6 0 0 0 0,-6-8 0 0 0,-5-11 0 0 0,-3-10 0 0 0,5-9 0 0 0,1-6 0 0 0,0-4 0 0 0,-2-2 0 0 0,5-1 0 0 0,1 0 0 0 0,-2 1 0 0 0,5 0 0 0 0,0 0 0 0 0,-3 1 0 0 0,-4 0 0 0 0,5 1 0 0 0,-1-1 0 0 0,-2 1 0 0 0,5-9 0 0 0,-1-1 0 0 0,6-1 0 0 0,-2 3 0 0 0,-3 1 0 0 0,-5 3 0 0 0,-5 2 0 0 0,-2 0 0 0 0,-3 2 0 0 0,0-1 0 0 0,-2 1 0 0 0,8 0 0 0 0,2 0 0 0 0,0-1 0 0 0,-1 1 0 0 0,5-1 0 0 0,0 1 0 0 0,-1-1 0 0 0,-4 0 0 0 0,-2 1 0 0 0,-3-1 0 0 0,-1 0 0 0 0,6 1 0 0 0,2-1 0 0 0,7 0 0 0 0,0 1 0 0 0,-2-1 0 0 0,-4 1 0 0 0,-4-1 0 0 0,-3 0 0 0 0,-2 1 0 0 0,-1-1 0 0 0,-2 0 0 0 0,0 1 0 0 0,1-1 0 0 0,7-7 0 0 0,-5-11 0 0 0,-11-9 0 0 0,-11-9 0 0 0,-10-4 0 0 0,-8-5 0 0 0,-5-1 0 0 0,-2-1 0 0 0,5-8 0 0 0,3-9 0 0 0,7-10 0 0 0,1 0 0 0 0,6-2 0 0 0,6-5 0 0 0,-1 5 0 0 0,10 8 0 0 0,13 14 0 0 0,15 18 0 0 0,11 6 0 0 0,8 10 0 0 0,5 6 0 0 0,3 8 0 0 0,1-5 0 0 0,0-6 0 0 0,-8-2 0 0 0,-3 3 0 0 0,0-3 0 0 0,1-6 0 0 0,2-7 0 0 0,2-13 0 0 0,-6-14 0 0 0,-2-13 0 0 0,1-17 0 0 0,3-8 0 0 0,2-4 0 0 0,2 0 0 0 0,2 3 0 0 0,1 1 0 0 0,-7 3 0 0 0,-10 1 0 0 0,-10 2 0 0 0,-8 1 0 0 0,-6 7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23400 1960 16383 0 0,'0'8'0'0'0,"0"9"0"0"0,0 11 0 0 0,0-8 0 0 0,0-14 0 0 0,0-25 0 0 0,0-16 0 0 0,0-10 0 0 0,0-5 0 0 0,0-1 0 0 0,0-1 0 0 0,0 2 0 0 0,0-7 0 0 0,0-1 0 0 0,0 2 0 0 0,0 2 0 0 0,0 3 0 0 0,7 10 0 0 0,11 12 0 0 0,10 19 0 0 0,8 18 0 0 0,5 16 0 0 0,4 12 0 0 0,1 7 0 0 0,-6 4 0 0 0,-11 2 0 0 0,-9 0 0 0 0,-9-1 0 0 0,-7 0 0 0 0,-3-1 0 0 0,-2 0 0 0 0,0-2 0 0 0,-9-7 0 0 0,-10-11 0 0 0,-1-1 0 0 0,-5-7 0 0 0,1 3 0 0 0,-2-3 0 0 0,4 2 0 0 0,13 14 0 0 0,23 9 0 0 0,26 4 0 0 0,13 2 0 0 0,6-8 0 0 0,-7-3 0 0 0,-4-8 0 0 0,-3-10 0 0 0,-9-16 0 0 0,-10-16 0 0 0,-9-14 0 0 0,-8-11 0 0 0,-5-7 0 0 0,-3-3 0 0 0,6 5 0 0 0,10 3 0 0 0,10-1 0 0 0,8 7 0 0 0,6 1 0 0 0,4-2 0 0 0,2-3 0 0 0,-14 5 0 0 0,-13 15 0 0 0,-25 25 0 0 0,-19 28 0 0 0,-21 22 0 0 0,-10 16 0 0 0,-3 12 0 0 0,8-2 0 0 0,5-8 0 0 0,11-8 0 0 0,10-10 0 0 0,11-5 0 0 0,7-6 0 0 0,4-3 0 0 0,27-8 0 0 0,16-12 0 0 0,10-9 0 0 0,11-15 0 0 0,11-16 0 0 0,1-13 0 0 0,-12-9 0 0 0,-9 1 0 0 0,-5 0 0 0 0,-3-10 0 0 0,-2-5 0 0 0,1-1 0 0 0,0-8 0 0 0,-8 0 0 0 0,-8 1 0 0 0,-11-4 0 0 0,-6 0 0 0 0,-6 4 0 0 0,-3 4 0 0 0,-3 4 0 0 0,1 18 0 0 0,7 30 0 0 0,10 31 0 0 0,3 18 0 0 0,-2 18 0 0 0,3 12 0 0 0,0 1 0 0 0,-5-4 0 0 0,-5-7 0 0 0,-3-8 0 0 0,-4-5 0 0 0,-2-4 0 0 0,-1-3 0 0 0,-1-1 0 0 0,8-9 0 0 0,10-18 0 0 0,3-27 0 0 0,5-35 0 0 0,-2-27 0 0 0,-4-23 0 0 0,-6-11 0 0 0,-5 4 0 0 0,-4 12 0 0 0,-2 13 0 0 0,-2 12 0 0 0,-1 9 0 0 0,8 21 0 0 0,10 25 0 0 0,2 21 0 0 0,-2 17 0 0 0,-4 10 0 0 0,-4 7 0 0 0,-4-12 0 0 0,6-12 0 0 0,7-10 0 0 0,10-6 0 0 0,7 2 0 0 0,-3 9 0 0 0,2 0 0 0 0,-5 6 0 0 0,-8 7 0 0 0,0-2 0 0 0,-3-14 0 0 0,3-17 0 0 0,-2-15 0 0 0,-4-12 0 0 0,2-25 0 0 0,0-10 0 0 0,-5-3 0 0 0,-3 4 0 0 0,-4 4 0 0 0,-2 5 0 0 0,6 12 0 0 0,9 13 0 0 0,9 12 0 0 0,8 8 0 0 0,-2 15 0 0 0,0 5 0 0 0,-4 10 0 0 0,0 1 0 0 0,-5 4 0 0 0,-6-1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25114 1926 16383 0 0,'8'23'0'0'0,"10"31"0"0"0,10 29 0 0 0,0 17 0 0 0,-5-2 0 0 0,-6-10 0 0 0,-6-11 0 0 0,-5-12 0 0 0,-4-9 0 0 0,-1-7 0 0 0,-2-3 0 0 0,0-2 0 0 0,0-1 0 0 0,0-15 0 0 0,0-29 0 0 0,1-36 0 0 0,-1-20 0 0 0,1-8 0 0 0,0-8 0 0 0,0-8 0 0 0,0 3 0 0 0,0 7 0 0 0,0 7 0 0 0,0 8 0 0 0,0 5 0 0 0,0 3 0 0 0,0 3 0 0 0,0 1 0 0 0,0 0 0 0 0,0 15 0 0 0,0 21 0 0 0,0 19 0 0 0,0 15 0 0 0,8 4 0 0 0,2 4 0 0 0,8-4 0 0 0,8 1 0 0 0,-1 3 0 0 0,4-4 0 0 0,-3 0 0 0 0,1-5 0 0 0,4-6 0 0 0,5-7 0 0 0,-4-6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25432 1884 16383 0 0,'0'8'0'0'0,"7"17"0"0"0,4 21 0 0 0,-1 10 0 0 0,-3 3 0 0 0,-1-1 0 0 0,-3-3 0 0 0,-1-2 0 0 0,-1-3 0 0 0,-1-2 0 0 0,0-10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25439 1590 16383 0 0,'0'8'0'0'0,"7"25"0"0"0,4 23 0 0 0,-2 17 0 0 0,-1 5 0 0 0,-2-5 0 0 0,-3-6 0 0 0,-1-7 0 0 0,-1-6 0 0 0,-1-4 0 0 0,7-11 0 0 0,3-20 0 0 0,0-20 0 0 0,-3-19 0 0 0,6-12 0 0 0,1-10 0 0 0,-3-5 0 0 0,-2-1 0 0 0,-3-2 0 0 0,-3-7 0 0 0,-2-9 0 0 0,-1-9 0 0 0,-8 1 0 0 0,-10 4 0 0 0,-3 8 0 0 0,3 6 0 0 0,4 4 0 0 0,-3 12 0 0 0,1 5 0 0 0,-4 8 0 0 0,1 1 0 0 0,-3 5 0 0 0,-7 6 0 0 0,-5 6 0 0 0,-5 4 0 0 0,4 3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25749 1334 16383 0 0,'0'23'0'0'0,"0"38"0"0"0,0 48 0 0 0,0 21 0 0 0,0 3 0 0 0,0-13 0 0 0,0-19 0 0 0,0-19 0 0 0,0-16 0 0 0,0-12 0 0 0,0-6 0 0 0,0-5 0 0 0,0-1 0 0 0,0-8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26024 1312 16383 0 0,'0'8'0'0'0,"0"18"0"0"0,0 12 0 0 0,0 7 0 0 0,0 4 0 0 0,0 2 0 0 0,0-1 0 0 0,0-1 0 0 0,0-1 0 0 0,0-1 0 0 0,0-1 0 0 0,0 0 0 0 0,0-1 0 0 0,0 0 0 0 0,0 1 0 0 0,0-1 0 0 0,0 0 0 0 0,0 0 0 0 0,0 0 0 0 0,0 1 0 0 0,0-1 0 0 0,0 0 0 0 0,0 1 0 0 0,0-1 0 0 0,0 1 0 0 0,0-1 0 0 0,0 0 0 0 0,0 1 0 0 0,0-1 0 0 0,0 0 0 0 0,0 1 0 0 0,0-1 0 0 0,0-7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26067 3561 16383 0 0,'7'8'0'0'0,"4"18"0"0"0,-1 27 0 0 0,-3 21 0 0 0,-1 5 0 0 0,-3-3 0 0 0,-1-7 0 0 0,-1-8 0 0 0,-1-5 0 0 0,0-6 0 0 0,-1-3 0 0 0,1-2 0 0 0,0-16 0 0 0,7-29 0 0 0,3-37 0 0 0,8-43 0 0 0,7-40 0 0 0,9-29 0 0 0,5-5 0 0 0,4 0 0 0 0,2 12 0 0 0,-6 21 0 0 0,-10 24 0 0 0,-9 21 0 0 0,-10 16 0 0 0,3 17 0 0 0,14 17 0 0 0,10 12 0 0 0,7 9 0 0 0,3 13 0 0 0,-6 13 0 0 0,-3 2 0 0 0,-7 6 0 0 0,-9 5 0 0 0,-9 5 0 0 0,-13 11 0 0 0,-16 12 0 0 0,-19 4 0 0 0,-20 5 0 0 0,-8 0 0 0 0,-1-6 0 0 0,2-6 0 0 0,13-5 0 0 0,6-4 0 0 0,2-3 0 0 0,2-9 0 0 0,-1-12 0 0 0,-2-9 0 0 0,-1-9 0 0 0,7 3 0 0 0,17 7 0 0 0,28 8 0 0 0,27 8 0 0 0,23 13 0 0 0,17-2 0 0 0,18 0 0 0 0,2 0 0 0 0,-1 0 0 0 0,-8-1 0 0 0,-12 1 0 0 0,-10 0 0 0 0,-10 1 0 0 0,-5-9 0 0 0,-4-9 0 0 0,-2-11 0 0 0,-1-7 0 0 0,-7-14 0 0 0,-11-13 0 0 0,-8-12 0 0 0,-8-8 0 0 0,2-7 0 0 0,0-2 0 0 0,-3-2 0 0 0,-2 0 0 0 0,-2 0 0 0 0,-2 1 0 0 0,-2 0 0 0 0,0 1 0 0 0,-8 8 0 0 0,-10 11 0 0 0,-3 17 0 0 0,3 18 0 0 0,5 16 0 0 0,3 11 0 0 0,5 8 0 0 0,10-4 0 0 0,12-9 0 0 0,11-16 0 0 0,9-11 0 0 0,-3-14 0 0 0,-6-13 0 0 0,-9-9 0 0 0,-7-8 0 0 0,2 4 0 0 0,7 15 0 0 0,6 20 0 0 0,8 17 0 0 0,5 15 0 0 0,-5 9 0 0 0,0-2 0 0 0,-6 1 0 0 0,-8 1 0 0 0,0-5 0 0 0,4-17 0 0 0,6-27 0 0 0,-2-26 0 0 0,-7-16 0 0 0,-7-6 0 0 0,-5-1 0 0 0,-5 2 0 0 0,-4 2 0 0 0,-1 4 0 0 0,7 10 0 0 0,9 12 0 0 0,11 11 0 0 0,7 8 0 0 0,7 14 0 0 0,3 14 0 0 0,3 4 0 0 0,0-2 0 0 0,0-4 0 0 0,0 2 0 0 0,-8 7 0 0 0,-3-2 0 0 0,0-4 0 0 0,2-5 0 0 0,2-6 0 0 0,2-4 0 0 0,1-2 0 0 0,-6-17 0 0 0,-2-14 0 0 0,-7-10 0 0 0,-8-5 0 0 0,-8-4 0 0 0,-5-1 0 0 0,-12 8 0 0 0,-6 18 0 0 0,-7 22 0 0 0,-10 17 0 0 0,-7 23 0 0 0,-5 11 0 0 0,-4 22 0 0 0,-2 12 0 0 0,-1 1 0 0 0,8-7 0 0 0,10-8 0 0 0,10-10 0 0 0,9-6 0 0 0,5-5 0 0 0,4-3 0 0 0,2-1 0 0 0,9-10 0 0 0,10-9 0 0 0,9-10 0 0 0,8-15 0 0 0,5-15 0 0 0,4-21 0 0 0,0-20 0 0 0,2-16 0 0 0,-9-12 0 0 0,-10 2 0 0 0,-10 5 0 0 0,-9 9 0 0 0,-5 8 0 0 0,-4 7 0 0 0,5 11 0 0 0,10 13 0 0 0,10 19 0 0 0,8 19 0 0 0,6 8 0 0 0,-4 8 0 0 0,0 0 0 0 0,-7 3 0 0 0,1-3 0 0 0,1 1 0 0 0,5-11 0 0 0,-5-16 0 0 0,-8-16 0 0 0,1-21 0 0 0,-4-11 0 0 0,-6-6 0 0 0,-5-1 0 0 0,-4 1 0 0 0,5 9 0 0 0,8 21 0 0 0,9 22 0 0 0,8 26 0 0 0,-2 18 0 0 0,0 8 0 0 0,-4 4 0 0 0,-8 1 0 0 0,-8-2 0 0 0,-5-2 0 0 0,-4-2 0 0 0,-4-1 0 0 0,7-25 0 0 0,2-31 0 0 0,7-30 0 0 0,1-17 0 0 0,-2-5 0 0 0,-5-2 0 0 0,-3 3 0 0 0,-3 4 0 0 0,-2 3 0 0 0,6 10 0 0 0,10 13 0 0 0,9 11 0 0 0,8 9 0 0 0,-2 13 0 0 0,1 6 0 0 0,2 10 0 0 0,4 8 0 0 0,1 8 0 0 0,3-3 0 0 0,-7 1 0 0 0,-2 2 0 0 0,1 4 0 0 0,-6 1 0 0 0,-7 2 0 0 0,-1-6 0 0 0,-4-1 0 0 0,3-8 0 0 0,-2-8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25250 5592 16383 0 0,'7'7'0'0'0,"11"27"0"0"0,10 22 0 0 0,0 17 0 0 0,3 12 0 0 0,-4 6 0 0 0,-6-4 0 0 0,1-9 0 0 0,-4-10 0 0 0,-4-10 0 0 0,-5-5 0 0 0,-4-6 0 0 0,-10-25 0 0 0,-13-40 0 0 0,-18-32 0 0 0,-11-39 0 0 0,-5-19 0 0 0,7-15 0 0 0,10-1 0 0 0,11 4 0 0 0,11 15 0 0 0,6 18 0 0 0,5 16 0 0 0,3 12 0 0 0,9 17 0 0 0,18 22 0 0 0,19 23 0 0 0,11 26 0 0 0,1 24 0 0 0,0 10 0 0 0,-3-5 0 0 0,-3-5 0 0 0,-3-4 0 0 0,-10-2 0 0 0,-12-2 0 0 0,-3-8 0 0 0,-5-3 0 0 0,-7-15 0 0 0,3-26 0 0 0,-2-19 0 0 0,-3-22 0 0 0,-4-9 0 0 0,-2-3 0 0 0,-3 1 0 0 0,-1 2 0 0 0,-1 4 0 0 0,-1 3 0 0 0,8 10 0 0 0,11 19 0 0 0,1 22 0 0 0,6 17 0 0 0,-1 15 0 0 0,-5 8 0 0 0,2 5 0 0 0,-3 3 0 0 0,-4 1 0 0 0,-5-1 0 0 0,-3-17 0 0 0,4-12 0 0 0,9-11 0 0 0,9-7 0 0 0,6-3 0 0 0,7-2 0 0 0,3 0 0 0 0,2 0 0 0 0,1 1 0 0 0,0 0 0 0 0,0 1 0 0 0,-1 1 0 0 0,0-8 0 0 0,8-10 0 0 0,-6-17 0 0 0,-3-19 0 0 0,-2-7 0 0 0,0-1 0 0 0,0 2 0 0 0,-7 4 0 0 0,-9 3 0 0 0,-11 3 0 0 0,-14 11 0 0 0,-16 11 0 0 0,-13 11 0 0 0,-10 7 0 0 0,-6 7 0 0 0,-3 3 0 0 0,-3 2 0 0 0,1 0 0 0 0,0 8 0 0 0,8 10 0 0 0,4 9 0 0 0,7 7 0 0 0,9 6 0 0 0,8 3 0 0 0,6 9 0 0 0,4 3 0 0 0,2 0 0 0 0,1-2 0 0 0,1-3 0 0 0,0-2 0 0 0,-1-3 0 0 0,0 0 0 0 0,7-17 0 0 0,10-21 0 0 0,10-35 0 0 0,0-37 0 0 0,3-22 0 0 0,-4-13 0 0 0,-6-4 0 0 0,-7 6 0 0 0,-6 13 0 0 0,-4 12 0 0 0,-3 11 0 0 0,6 15 0 0 0,10 16 0 0 0,25 28 0 0 0,20 14 0 0 0,16 20 0 0 0,2 12 0 0 0,-13 7 0 0 0,-9 2 0 0 0,-8-1 0 0 0,-4-1 0 0 0,-2-10 0 0 0,-9-4 0 0 0,-3-9 0 0 0,2-9 0 0 0,2-16 0 0 0,3-16 0 0 0,2-14 0 0 0,-6-10 0 0 0,0-6 0 0 0,-7-5 0 0 0,-8-1 0 0 0,0 7 0 0 0,5 11 0 0 0,5 10 0 0 0,6 9 0 0 0,4 6 0 0 0,3 4 0 0 0,2 2 0 0 0,1 1 0 0 0,1-8 0 0 0,-1-10 0 0 0,1-18 0 0 0,-9-11 0 0 0,-10-6 0 0 0,-11-1 0 0 0,-7 0 0 0 0,2 9 0 0 0,7 11 0 0 0,7 12 0 0 0,8 9 0 0 0,5 6 0 0 0,4-3 0 0 0,-5-8 0 0 0,-10-10 0 0 0,-9-7 0 0 0,-7-7 0 0 0,-7-3 0 0 0,-4-3 0 0 0,6 7 0 0 0,10 10 0 0 0,16 10 0 0 0,19 8 0 0 0,16 6 0 0 0,11 4 0 0 0,1 2 0 0 0,-6 8 0 0 0,-8 11 0 0 0,-7 2 0 0 0,-7-3 0 0 0,-3-5 0 0 0,-11 4 0 0 0,-4-3 0 0 0,0-2 0 0 0,2-12 0 0 0,3-14 0 0 0,-6-12 0 0 0,-8-10 0 0 0,-8-6 0 0 0,-8-5 0 0 0,-4-1 0 0 0,-4-1 0 0 0,-2 0 0 0 0,7 16 0 0 0,10 21 0 0 0,18 28 0 0 0,11 19 0 0 0,-2 26 0 0 0,-1 18 0 0 0,0 4 0 0 0,1-6 0 0 0,-7-8 0 0 0,-10-7 0 0 0,-9-8 0 0 0,-7-5 0 0 0,1-4 0 0 0,0-1 0 0 0,-2-1 0 0 0,-3-1 0 0 0,-2 1 0 0 0,-2 1 0 0 0,-1-1 0 0 0,-1 1 0 0 0,-1 0 0 0 0,-7 1 0 0 0,-3 7 0 0 0,-7 10 0 0 0,-8 10 0 0 0,-7 1 0 0 0,1 2 0 0 0,-1-3 0 0 0,-2-7 0 0 0,-4-7 0 0 0,-2-5 0 0 0,-3-13 0 0 0,7-5 0 0 0,10-1 0 0 0,1-6 0 0 0,-2-1 0 0 0,3-5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24509 5355 16383 0 0,'0'8'0'0'0,"-15"10"0"0"0,-13 10 0 0 0,-10 7 0 0 0,-5-1 0 0 0,-4 0 0 0 0,6 3 0 0 0,3 2 0 0 0,8 3 0 0 0,8 2 0 0 0,9 0 0 0 0,13 2 0 0 0,31 7 0 0 0,41 11 0 0 0,30 10 0 0 0,22-8 0 0 0,-2-8 0 0 0,0-5 0 0 0,-12-4 0 0 0,-17-11 0 0 0,-17-12 0 0 0,-14-10 0 0 0,-9-7 0 0 0,-14 1 0 0 0,-14 8 0 0 0,-10 8 0 0 0,-17 7 0 0 0,-22 14 0 0 0,-31 14 0 0 0,-29 12 0 0 0,-23 2 0 0 0,-17-5 0 0 0,5-6 0 0 0,8-7 0 0 0,14-4 0 0 0,16-13 0 0 0,15-12 0 0 0,10-11 0 0 0,8-8 0 0 0,3-6 0 0 0,2-4 0 0 0,9-8 0 0 0,9-12 0 0 0,10-9 0 0 0,7-7 0 0 0,12-6 0 0 0,14-2 0 0 0,11-2 0 0 0,24-1 0 0 0,26 1 0 0 0,8 8 0 0 0,3 10 0 0 0,-4 11 0 0 0,-11 8 0 0 0,-9 6 0 0 0,-9 3 0 0 0,-6 2 0 0 0,-4 1 0 0 0,-2 0 0 0 0,-1 0 0 0 0,-1-1 0 0 0,1-8 0 0 0,0-2 0 0 0,0-9 0 0 0,1 0 0 0 0,0 3 0 0 0,0 3 0 0 0,-7-3 0 0 0,-11-7 0 0 0,-9-8 0 0 0,0-14 0 0 0,4-7 0 0 0,6-2 0 0 0,-1-1 0 0 0,-6 2 0 0 0,-6 1 0 0 0,-5 3 0 0 0,-6 1 0 0 0,6 16 0 0 0,8 21 0 0 0,9 21 0 0 0,7 15 0 0 0,6 12 0 0 0,-4 6 0 0 0,0 4 0 0 0,-7 1 0 0 0,-7 1 0 0 0,-9-1 0 0 0,-5-2 0 0 0,-5 0 0 0 0,-3-1 0 0 0,-1 0 0 0 0,0-8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24649 5376 16383 0 0,'0'0'0'0'0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24903 5398 16383 0 0,'7'7'0'0'0,"11"11"0"0"0,2 10 0 0 0,6 8 0 0 0,-3 5 0 0 0,4-4 0 0 0,-3-1 0 0 0,-7 2 0 0 0,3 1 0 0 0,5 3 0 0 0,7 1 0 0 0,4 1 0 0 0,5-7 0 0 0,3-1 0 0 0,-6-1 0 0 0,-10 3 0 0 0,-9 2 0 0 0,-1 3 0 0 0,-3 0 0 0 0,-3-6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24839 5687 16383 0 0,'8'0'0'0'0,"10"0"0"0"0,10 0 0 0 0,7 0 0 0 0,6 0 0 0 0,4 0 0 0 0,-6-8 0 0 0,-2-2 0 0 0,-7-8 0 0 0,-1 0 0 0 0,-6-5 0 0 0,2 2 0 0 0,-4-4 0 0 0,-6 2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25289 5440 16383 0 0,'0'8'0'0'0,"0"10"0"0"0,8 2 0 0 0,10-3 0 0 0,10-3 0 0 0,-8-5 0 0 0,-15-4 0 0 0,-15-2 0 0 0,-15-3 0 0 0,-2 8 0 0 0,2 9 0 0 0,7 10 0 0 0,6 8 0 0 0,4 5 0 0 0,5 5 0 0 0,2 1 0 0 0,1 1 0 0 0,1 1 0 0 0,0-1 0 0 0,0-1 0 0 0,8-7 0 0 0,9-11 0 0 0,11-11 0 0 0,6-7 0 0 0,7-6 0 0 0,-5-11 0 0 0,-9-12 0 0 0,-8-11 0 0 0,-9-8 0 0 0,3-5 0 0 0,-2-2 0 0 0,-3-3 0 0 0,-2 0 0 0 0,-4 1 0 0 0,-1 0 0 0 0,-1 0 0 0 0,6 9 0 0 0,11 18 0 0 0,9 20 0 0 0,8 18 0 0 0,6 14 0 0 0,3 9 0 0 0,3 5 0 0 0,0-6 0 0 0,0 0 0 0 0,-7-1 0 0 0,-12 1 0 0 0,-2-6 0 0 0,-5-1 0 0 0,1-6 0 0 0,-3-1 0 0 0,2-3 0 0 0,-1-7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21474 6022 16383 0 0,'7'8'0'0'0,"4"18"0"0"0,6 4 0 0 0,9 5 0 0 0,0 4 0 0 0,2 4 0 0 0,-2 1 0 0 0,-6 2 0 0 0,-7 0 0 0 0,2-7 0 0 0,-1-3 0 0 0,5-8 0 0 0,7-8 0 0 0,6-8 0 0 0,6 3 0 0 0,-4 5 0 0 0,0 0 0 0 0,3-4 0 0 0,1-4 0 0 0,-4-12 0 0 0,-9-14 0 0 0,-9-12 0 0 0,2-2 0 0 0,4 4 0 0 0,15 14 0 0 0,8 16 0 0 0,-3 15 0 0 0,-2 12 0 0 0,1-1 0 0 0,1 3 0 0 0,1-4 0 0 0,1-9 0 0 0,0-7 0 0 0,-6 2 0 0 0,-3-3 0 0 0,-7 5 0 0 0,-1-25 0 0 0,-5-26 0 0 0,-5-31 0 0 0,-7-21 0 0 0,-4-3 0 0 0,-4 6 0 0 0,-2 8 0 0 0,-1 9 0 0 0,-8 16 0 0 0,-10 7 0 0 0,-2 4 0 0 0,-5-7 0 0 0,-6-12 0 0 0,-5 3 0 0 0,-4 4 0 0 0,-3 2 0 0 0,-1 1 0 0 0,-2 1 0 0 0,1 1 0 0 0,-1 7 0 0 0,17 10 0 0 0,20 10 0 0 0,27 7 0 0 0,19 7 0 0 0,3 2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22070 6562 16383 0 0,'0'-7'0'0'0,"-7"-4"0"0"0,-4 9 0 0 0,2 12 0 0 0,1 13 0 0 0,2 9 0 0 0,3 7 0 0 0,1 5 0 0 0,1 3 0 0 0,1 0 0 0 0,0 1 0 0 0,8-8 0 0 0,11-11 0 0 0,9-11 0 0 0,8-15 0 0 0,5-9 0 0 0,4-11 0 0 0,2-2 0 0 0,0-6 0 0 0,0 1 0 0 0,-7-3 0 0 0,-12-4 0 0 0,-2 3 0 0 0,-5-2 0 0 0,-7-3 0 0 0,2-4 0 0 0,-1-3 0 0 0,-4-3 0 0 0,-3-1 0 0 0,-4-2 0 0 0,-2 0 0 0 0,-1 0 0 0 0,7 8 0 0 0,9 10 0 0 0,2 18 0 0 0,6 18 0 0 0,6 15 0 0 0,-2 12 0 0 0,1 0 0 0 0,4 1 0 0 0,-4 3 0 0 0,1 2 0 0 0,-6 2 0 0 0,2-6 0 0 0,-5-2 0 0 0,2-7 0 0 0,-2-1 0 0 0,1-4 0 0 0,-2-14 0 0 0,-5-17 0 0 0,-13-21 0 0 0,-15-15 0 0 0,-5-7 0 0 0,1-2 0 0 0,2-1 0 0 0,4 2 0 0 0,-4 10 0 0 0,0 4 0 0 0,3 0 0 0 0,10 8 0 0 0,14 8 0 0 0,12 16 0 0 0,10 16 0 0 0,6 7 0 0 0,4 1 0 0 0,2-4 0 0 0,-7 5 0 0 0,-2-2 0 0 0,-8 4 0 0 0,-1-1 0 0 0,1-4 0 0 0,-3 3 0 0 0,1-2 0 0 0,3-4 0 0 0,5-4 0 0 0,3-3 0 0 0,3-4 0 0 0,-5-8 0 0 0,-2-5 0 0 0,-7-15 0 0 0,-7-18 0 0 0,-9-18 0 0 0,-5-21 0 0 0,-4-12 0 0 0,-3-5 0 0 0,-1 6 0 0 0,0 12 0 0 0,-1 12 0 0 0,1 10 0 0 0,0 8 0 0 0,0 5 0 0 0,-7 2 0 0 0,-10-6 0 0 0,-10-2 0 0 0,-7-8 0 0 0,-6-1 0 0 0,-4 3 0 0 0,-2 10 0 0 0,8 7 0 0 0,10 2 0 0 0,9 1 0 0 0,2 7 0 0 0,2 16 0 0 0,6 19 0 0 0,10 8 0 0 0,15 19 0 0 0,3 19 0 0 0,8 17 0 0 0,6 12 0 0 0,5 9 0 0 0,5 4 0 0 0,3-5 0 0 0,-7-9 0 0 0,-2-11 0 0 0,-7-8 0 0 0,-8-6 0 0 0,-8-5 0 0 0,-6-3 0 0 0,3-8 0 0 0,0-3 0 0 0,7-7 0 0 0,7-7 0 0 0,0-16 0 0 0,4-15 0 0 0,4-14 0 0 0,5-10 0 0 0,-4-6 0 0 0,0 3 0 0 0,-5 1 0 0 0,-8 0 0 0 0,0 5 0 0 0,-2 1 0 0 0,-5-1 0 0 0,3 4 0 0 0,-1 8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22553 5519 16383 0 0,'8'-7'0'0'0,"2"-11"0"0"0,8-10 0 0 0,7 0 0 0 0,9 5 0 0 0,-3-2 0 0 0,2 4 0 0 0,3-3 0 0 0,-5-4 0 0 0,-8 2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22659 5344 16383 0 0,'8'-7'0'0'0,"25"-4"0"0"0,23-6 0 0 0,2-9 0 0 0,-2 0 0 0 0,-2 5 0 0 0,-2 6 0 0 0,-3 5 0 0 0,-10 5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22003 5755 16383 0 0,'0'-8'0'0'0,"7"-2"0"0"0,11 0 0 0 0,10 3 0 0 0,0 9 0 0 0,-5 12 0 0 0,-6 12 0 0 0,-6 9 0 0 0,-5 6 0 0 0,-3 4 0 0 0,5-5 0 0 0,2-3 0 0 0,-2-7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21643 4191 16383 0 0,'0'23'0'0'0,"8"39"0"0"0,2 24 0 0 0,7 20 0 0 0,2 8 0 0 0,-4 0 0 0 0,-4-12 0 0 0,-3-15 0 0 0,-4-15 0 0 0,-2-12 0 0 0,-2-9 0 0 0,0-4 0 0 0,-1-4 0 0 0,8-8 0 0 0,10-11 0 0 0,11-9 0 0 0,7-7 0 0 0,6-5 0 0 0,4-3 0 0 0,9-9 0 0 0,19-11 0 0 0,12-10 0 0 0,0 1 0 0 0,-7-3 0 0 0,-10 4 0 0 0,-7 7 0 0 0,-8 7 0 0 0,-4 5 0 0 0,-11-2 0 0 0,-4-8 0 0 0,-8-1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21410 4573 16383 0 0,'8'0'0'0'0,"10"-7"0"0"0,10-4 0 0 0,7 1 0 0 0,6 3 0 0 0,4 1 0 0 0,2-5 0 0 0,8-9 0 0 0,2-9 0 0 0,8-6 0 0 0,7-6 0 0 0,0 4 0 0 0,-5 9 0 0 0,-6 9 0 0 0,-6 7 0 0 0,-4 7 0 0 0,-4 3 0 0 0,-9 3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22109 4212 16383 0 0,'0'8'0'0'0,"0"10"0"0"0,0 10 0 0 0,0 7 0 0 0,0 6 0 0 0,0 4 0 0 0,0 2 0 0 0,0 0 0 0 0,0 0 0 0 0,0 0 0 0 0,0 0 0 0 0,7-9 0 0 0,4-2 0 0 0,6 0 0 0 0,9-6 0 0 0,0-1 0 0 0,2-5 0 0 0,6-6 0 0 0,3 1 0 0 0,4-3 0 0 0,3-4 0 0 0,1-3 0 0 0,1-5 0 0 0,0-1 0 0 0,0-3 0 0 0,0 0 0 0 0,0-1 0 0 0,-8-7 0 0 0,-10-11 0 0 0,-11-9 0 0 0,-7-8 0 0 0,-6-6 0 0 0,-3-3 0 0 0,-2-1 0 0 0,-1-2 0 0 0,0 1 0 0 0,0 0 0 0 0,1 1 0 0 0,0 0 0 0 0,-7 7 0 0 0,-3 4 0 0 0,-6 7 0 0 0,-1 1 0 0 0,-5 5 0 0 0,-7 6 0 0 0,-5 6 0 0 0,-5 4 0 0 0,-3 4 0 0 0,-2 2 0 0 0,-1 1 0 0 0,0 0 0 0 0,-1 0 0 0 0,1 0 0 0 0,0 0 0 0 0,0-1 0 0 0,0 1 0 0 0,8-1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20846 3515 16383 0 0,'8'15'0'0'0,"10"21"0"0"0,9 20 0 0 0,1 7 0 0 0,-4 2 0 0 0,-7-4 0 0 0,-7-3 0 0 0,4-5 0 0 0,-1-3 0 0 0,-3-2 0 0 0,-3-3 0 0 0,-10-15 0 0 0,-13-29 0 0 0,-10-22 0 0 0,-10-23 0 0 0,-6-28 0 0 0,5-8 0 0 0,7-7 0 0 0,10-3 0 0 0,8 5 0 0 0,6 10 0 0 0,4 9 0 0 0,3 9 0 0 0,0 7 0 0 0,9 10 0 0 0,2 6 0 0 0,7 8 0 0 0,7 8 0 0 0,8 8 0 0 0,6 5 0 0 0,3 4 0 0 0,2 2 0 0 0,2 0 0 0 0,0 1 0 0 0,0-1 0 0 0,-1 8 0 0 0,0 2 0 0 0,-8 7 0 0 0,-10 8 0 0 0,-3 0 0 0 0,3-5 0 0 0,-4 2 0 0 0,-6 5 0 0 0,-5 5 0 0 0,-6 5 0 0 0,-4 3 0 0 0,-10-5 0 0 0,-11-8 0 0 0,4-10 0 0 0,21-7 0 0 0,24-6 0 0 0,15-3 0 0 0,7 5 0 0 0,3 1 0 0 0,-2 0 0 0 0,-1-1 0 0 0,-2-3 0 0 0,-10 6 0 0 0,-4 2 0 0 0,-9 6 0 0 0,-8 8 0 0 0,-9 7 0 0 0,-12 6 0 0 0,-16 3 0 0 0,-11 3 0 0 0,-9 2 0 0 0,-14-8 0 0 0,-5-2 0 0 0,-2-1 0 0 0,2-5 0 0 0,3-9 0 0 0,2-7 0 0 0,2-7 0 0 0,3-5 0 0 0,0-2 0 0 0,1-2 0 0 0,0-1 0 0 0,0 1 0 0 0,0-1 0 0 0,0 1 0 0 0,0 1 0 0 0,0-1 0 0 0,-1 1 0 0 0,16 0 0 0 0,44 0 0 0 0,43 0 0 0 0,41 0 0 0 0,21 0 0 0 0,13 0 0 0 0,-1 0 0 0 0,-15 0 0 0 0,-19 0 0 0 0,-19 0 0 0 0,-14 0 0 0 0,-11 0 0 0 0,-7 0 0 0 0,-3 0 0 0 0,-1 0 0 0 0,-8-7 0 0 0,-10-11 0 0 0,-9-10 0 0 0,-6-8 0 0 0,-14 3 0 0 0,-12 6 0 0 0,-12 8 0 0 0,-1 15 0 0 0,5 16 0 0 0,6 14 0 0 0,7 9 0 0 0,5 8 0 0 0,5 3 0 0 0,1 2 0 0 0,2 0 0 0 0,0 1 0 0 0,0-2 0 0 0,0 0 0 0 0,8-8 0 0 0,9-19 0 0 0,3-21 0 0 0,-4-17 0 0 0,5-13 0 0 0,5-10 0 0 0,-2-5 0 0 0,3-3 0 0 0,-4 0 0 0 0,-5 0 0 0 0,-7 1 0 0 0,-4 0 0 0 0,-5 2 0 0 0,-2 0 0 0 0,6 0 0 0 0,3 1 0 0 0,-2 0 0 0 0,-9 15 0 0 0,-12 21 0 0 0,-12 19 0 0 0,-1 16 0 0 0,3 11 0 0 0,6 7 0 0 0,6 4 0 0 0,4 1 0 0 0,4 1 0 0 0,3-2 0 0 0,0 0 0 0 0,1-1 0 0 0,0-1 0 0 0,0 0 0 0 0,0-1 0 0 0,7-7 0 0 0,11-19 0 0 0,9-19 0 0 0,0-18 0 0 0,2-14 0 0 0,-2-9 0 0 0,-8-5 0 0 0,-6-2 0 0 0,-6-2 0 0 0,-4 2 0 0 0,-3-1 0 0 0,-1 2 0 0 0,-1 0 0 0 0,-1 1 0 0 0,1 1 0 0 0,0-1 0 0 0,8 17 0 0 0,11 19 0 0 0,2 21 0 0 0,-3 15 0 0 0,5 3 0 0 0,5 5 0 0 0,-2 4 0 0 0,-4 4 0 0 0,1 1 0 0 0,-3 2 0 0 0,3-6 0 0 0,-2-3 0 0 0,3-8 0 0 0,-3 0 0 0 0,4 3 0 0 0,-3 3 0 0 0,3-4 0 0 0,-2 1 0 0 0,2-5 0 0 0,-3-14 0 0 0,4-26 0 0 0,-4-17 0 0 0,-5-11 0 0 0,-5-7 0 0 0,-4-2 0 0 0,-4 0 0 0 0,-2 0 0 0 0,6 10 0 0 0,10 11 0 0 0,10 11 0 0 0,8 9 0 0 0,5 13 0 0 0,12 14 0 0 0,5 13 0 0 0,8 8 0 0 0,0 5 0 0 0,-10 4 0 0 0,-8 0 0 0 0,-10 2 0 0 0,-13-2 0 0 0,-2-7 0 0 0,-6-4 0 0 0,4 1 0 0 0,5-7 0 0 0,-2-1 0 0 0,-4-12 0 0 0,2-10 0 0 0,5-5 0 0 0,6-4 0 0 0,5-1 0 0 0,5-1 0 0 0,2-6 0 0 0,-7-10 0 0 0,-8-17 0 0 0,-11-9 0 0 0,-7-6 0 0 0,-6 0 0 0 0,-4-1 0 0 0,-1 3 0 0 0,-2 1 0 0 0,0 1 0 0 0,0 2 0 0 0,1 0 0 0 0,0 1 0 0 0,1-1 0 0 0,-1 1 0 0 0,-6 8 0 0 0,-4 2 0 0 0,2 0 0 0 0,-7 5 0 0 0,0 1 0 0 0,-4 4 0 0 0,0 0 0 0 0,4-4 0 0 0,4-5 0 0 0,5 11 0 0 0,11 17 0 0 0,5 26 0 0 0,0 16 0 0 0,8 10 0 0 0,-1 5 0 0 0,-1 2 0 0 0,-5-1 0 0 0,-3-2 0 0 0,-3-1 0 0 0,5-9 0 0 0,2-3 0 0 0,-2-1 0 0 0,6 1 0 0 0,0 3 0 0 0,-2 1 0 0 0,-4 2 0 0 0,-3-14 0 0 0,5-27 0 0 0,1-30 0 0 0,6-25 0 0 0,-1-27 0 0 0,-2-16 0 0 0,-4 2 0 0 0,-4 8 0 0 0,-3 12 0 0 0,-3 10 0 0 0,-1 9 0 0 0,0 5 0 0 0,-1 5 0 0 0,0 16 0 0 0,1 22 0 0 0,-1 19 0 0 0,1 16 0 0 0,0 10 0 0 0,0 7 0 0 0,0 3 0 0 0,0 2 0 0 0,0-1 0 0 0,0 0 0 0 0,0-2 0 0 0,0 0 0 0 0,8-1 0 0 0,10-8 0 0 0,2-3 0 0 0,5-7 0 0 0,-1-1 0 0 0,2-5 0 0 0,-2 2 0 0 0,1-4 0 0 0,-2 3 0 0 0,-6 5 0 0 0,2-2 0 0 0,-2-6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24924 1481 16383 0 0,'7'7'0'0'0,"4"11"0"0"0,-1 10 0 0 0,5 0 0 0 0,1 3 0 0 0,-3 4 0 0 0,5 4 0 0 0,6 2 0 0 0,7 3 0 0 0,6 1 0 0 0,5 1 0 0 0,-5 0 0 0 0,-10 1 0 0 0,-8-1 0 0 0,0-1 0 0 0,-3 1 0 0 0,-5-1 0 0 0,-4 1 0 0 0,5-8 0 0 0,0-3 0 0 0,-2 0 0 0 0,-3 3 0 0 0,-2 1 0 0 0,-2 3 0 0 0,6 2 0 0 0,1 0 0 0 0,0 2 0 0 0,-3-1 0 0 0,-2 1 0 0 0,-2 0 0 0 0,-1 0 0 0 0,6-8 0 0 0,2-19 0 0 0,7-27 0 0 0,1-20 0 0 0,-3-21 0 0 0,-4-10 0 0 0,-4-2 0 0 0,5-7 0 0 0,0 1 0 0 0,-2-3 0 0 0,-2 1 0 0 0,4-1 0 0 0,1-6 0 0 0,-2-12 0 0 0,-3 1 0 0 0,-2-1 0 0 0,-3 0 0 0 0,-2 7 0 0 0,-1 10 0 0 0,0 9 0 0 0,-1 7 0 0 0,1 5 0 0 0,-1 4 0 0 0,9 25 0 0 0,10 31 0 0 0,9 22 0 0 0,9 29 0 0 0,-3 27 0 0 0,-6 6 0 0 0,-8 2 0 0 0,-7-6 0 0 0,-6-12 0 0 0,-4-11 0 0 0,-2-10 0 0 0,-1-6 0 0 0,-1-4 0 0 0,1-3 0 0 0,0-1 0 0 0,0 1 0 0 0,0-1 0 0 0,-7-7 0 0 0,-10-2 0 0 0,-10-6 0 0 0,1-1 0 0 0,-4-5 0 0 0,-4-6 0 0 0,-4-6 0 0 0,-3 3 0 0 0,-1 0 0 0 0,-2-3 0 0 0,-1-3 0 0 0,0-2 0 0 0,7 5 0 0 0,19 1 0 0 0,20 6 0 0 0,25 1 0 0 0,17 5 0 0 0,8-2 0 0 0,12-5 0 0 0,2 4 0 0 0,-1-3 0 0 0,-5-3 0 0 0,-3-5 0 0 0,-4-3 0 0 0,-11 4 0 0 0,-4 2 0 0 0,0-3 0 0 0,0-2 0 0 0,3-2 0 0 0,-5-2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25495 1545 16383 0 0,'0'8'0'0'0,"0"10"0"0"0,0 10 0 0 0,0 7 0 0 0,0 6 0 0 0,0 4 0 0 0,0 2 0 0 0,0 0 0 0 0,0 8 0 0 0,0 10 0 0 0,0 9 0 0 0,0 0 0 0 0,0-4 0 0 0,0-8 0 0 0,0-6 0 0 0,0-4 0 0 0,0-4 0 0 0,0-3 0 0 0,0-8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25432 1291 16383 0 0,'0'0'0'0'0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22261 2381 16383 0 0,'0'8'0'0'0,"0"10"0"0"0,0 10 0 0 0,0 7 0 0 0,0 7 0 0 0,8-5 0 0 0,10-9 0 0 0,10-8 0 0 0,7-8 0 0 0,6-7 0 0 0,4-3 0 0 0,2-2 0 0 0,0-2 0 0 0,0 0 0 0 0,0-7 0 0 0,0-2 0 0 0,-1 0 0 0 0,0 3 0 0 0,-8-6 0 0 0,-11-8 0 0 0,-9-7 0 0 0,-9-7 0 0 0,-5-6 0 0 0,-3-2 0 0 0,-10 6 0 0 0,-11 9 0 0 0,-10 10 0 0 0,-7 7 0 0 0,-5 7 0 0 0,-4 4 0 0 0,7 9 0 0 0,1 4 0 0 0,9 8 0 0 0,0 0 0 0 0,-2-4 0 0 0,4 4 0 0 0,-1 6 0 0 0,-4-1 0 0 0,4 2 0 0 0,15-3 0 0 0,16-5 0 0 0,16-7 0 0 0,13-5 0 0 0,8-3 0 0 0,5-3 0 0 0,3-2 0 0 0,1 0 0 0 0,-1 0 0 0 0,0-8 0 0 0,-8-9 0 0 0,-4-3 0 0 0,-8-5 0 0 0,0 2 0 0 0,-6-2 0 0 0,-6-5 0 0 0,-14 2 0 0 0,-14 8 0 0 0,-14 6 0 0 0,-9 6 0 0 0,-7 4 0 0 0,3 11 0 0 0,2 5 0 0 0,6 7 0 0 0,9 10 0 0 0,8 6 0 0 0,6 6 0 0 0,13-4 0 0 0,12-8 0 0 0,12-9 0 0 0,1-15 0 0 0,-6-16 0 0 0,-5-14 0 0 0,-15-3 0 0 0,-15 5 0 0 0,-14 5 0 0 0,-10 6 0 0 0,-7 6 0 0 0,-4 4 0 0 0,-2 2 0 0 0,0 1 0 0 0,0 1 0 0 0,0 1 0 0 0,1-1 0 0 0,1 0 0 0 0,0-1 0 0 0,8 8 0 0 0,3 3 0 0 0,7 6 0 0 0,9 9 0 0 0,15-1 0 0 0,16-3 0 0 0,13-7 0 0 0,11-5 0 0 0,7-5 0 0 0,3-3 0 0 0,2-1 0 0 0,1-2 0 0 0,-1 0 0 0 0,-1 0 0 0 0,0 0 0 0 0,-1 0 0 0 0,0 1 0 0 0,0-1 0 0 0,-1 1 0 0 0,-8-7 0 0 0,-9-11 0 0 0,-11-10 0 0 0,-15 0 0 0 0,-16 5 0 0 0,-13 6 0 0 0,-10 6 0 0 0,-6 5 0 0 0,4 11 0 0 0,1 5 0 0 0,7 8 0 0 0,9 9 0 0 0,0 0 0 0 0,4 3 0 0 0,5 4 0 0 0,5-4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23357 1630 16383 0 0,'0'8'0'0'0,"8"25"0"0"0,2 15 0 0 0,0 7 0 0 0,-2 2 0 0 0,-2-1 0 0 0,-3-2 0 0 0,-1-3 0 0 0,-1-2 0 0 0,-1-2 0 0 0,-1-1 0 0 0,1-1 0 0 0,0 0 0 0 0,7-8 0 0 0,3-2 0 0 0,0 0 0 0 0,-3 2 0 0 0,-1 3 0 0 0,-3-6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24373 1545 16383 0 0,'8'8'0'0'0,"2"10"0"0"0,0 10 0 0 0,6 7 0 0 0,0 6 0 0 0,5 4 0 0 0,-1 2 0 0 0,-4 0 0 0 0,3 0 0 0 0,-2 0 0 0 0,4-8 0 0 0,-1-3 0 0 0,-4 0 0 0 0,2 2 0 0 0,-1 2 0 0 0,-4 1 0 0 0,4-5 0 0 0,-2-2 0 0 0,-2 2 0 0 0,3-6 0 0 0,0 0 0 0 0,-3 2 0 0 0,-4 4 0 0 0,-4-4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23785 1716 16383 0 0,'0'-8'0'0'0,"-8"-2"0"0"0,-2-7 0 0 0,0-9 0 0 0,2 8 0 0 0,3 15 0 0 0,1 15 0 0 0,2 14 0 0 0,2 10 0 0 0,7 6 0 0 0,4 5 0 0 0,7-7 0 0 0,0-2 0 0 0,-2 0 0 0 0,3 2 0 0 0,-1 1 0 0 0,-4 2 0 0 0,-4 1 0 0 0,4 1 0 0 0,-1 0 0 0 0,-2 1 0 0 0,5-1 0 0 0,-1 1 0 0 0,5-8 0 0 0,-1-11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7906 7938 16383 0 0,'0'0'0'0'0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6:40:32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8541 7980 16383 0 0,'0'0'0'0'0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22532 8488 16383 0 0,'0'0'0'0'0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22630 8403 16383 0 0,'0'8'0'0'0,"0"10"0"0"0,0 10 0 0 0,0 7 0 0 0,0 6 0 0 0,0 4 0 0 0,0 2 0 0 0,0 0 0 0 0,0 0 0 0 0,0 0 0 0 0,0 0 0 0 0,0-1 0 0 0,0 0 0 0 0,0-1 0 0 0,0 1 0 0 0,0-1 0 0 0,0 0 0 0 0,0 1 0 0 0,0-1 0 0 0,0 0 0 0 0,0 1 0 0 0,0-1 0 0 0,0 0 0 0 0,0 1 0 0 0,0-1 0 0 0,0 0 0 0 0,0 1 0 0 0,0-1 0 0 0,0 0 0 0 0,0 1 0 0 0,-8-1 0 0 0,-2 1 0 0 0,0-1 0 0 0,2 0 0 0 0,3 1 0 0 0,1-1 0 0 0,-6-7 0 0 0,-1-3 0 0 0,2 0 0 0 0,1 3 0 0 0,3 2 0 0 0,2 1 0 0 0,1 3 0 0 0,-6 1 0 0 0,-2 0 0 0 0,1 1 0 0 0,1-1 0 0 0,3 1 0 0 0,2 0 0 0 0,1-1 0 0 0,2 1 0 0 0,0-1 0 0 0,0 1 0 0 0,1-1 0 0 0,-1 0 0 0 0,0 1 0 0 0,1-1 0 0 0,-1 0 0 0 0,0 1 0 0 0,0-1 0 0 0,0 1 0 0 0,0-1 0 0 0,0 0 0 0 0,0 1 0 0 0,-8-1 0 0 0,-2 0 0 0 0,0 1 0 0 0,2-1 0 0 0,2 0 0 0 0,3 1 0 0 0,1-1 0 0 0,1 0 0 0 0,1 1 0 0 0,1-1 0 0 0,-1 1 0 0 0,1-1 0 0 0,-1 0 0 0 0,0 1 0 0 0,0-1 0 0 0,0 0 0 0 0,0 1 0 0 0,0-1 0 0 0,0 0 0 0 0,0 1 0 0 0,0-1 0 0 0,0 0 0 0 0,0 1 0 0 0,0-1 0 0 0,0 1 0 0 0,0-1 0 0 0,0 0 0 0 0,0 1 0 0 0,0-1 0 0 0,0 0 0 0 0,0 1 0 0 0,0-1 0 0 0,0 0 0 0 0,0 1 0 0 0,0-1 0 0 0,0 0 0 0 0,0 1 0 0 0,0-1 0 0 0,0 1 0 0 0,0 7 0 0 0,0 2 0 0 0,0 0 0 0 0,0-1 0 0 0,0-3 0 0 0,0-3 0 0 0,0 0 0 0 0,0-2 0 0 0,0-1 0 0 0,0 0 0 0 0,0 0 0 0 0,0 0 0 0 0,0 0 0 0 0,0 0 0 0 0,0 0 0 0 0,0 1 0 0 0,0-1 0 0 0,0 0 0 0 0,0 1 0 0 0,0-1 0 0 0,0 0 0 0 0,0 1 0 0 0,0-1 0 0 0,0 0 0 0 0,0 1 0 0 0,0-1 0 0 0,0 1 0 0 0,0-1 0 0 0,0 0 0 0 0,0 1 0 0 0,0-1 0 0 0,0 0 0 0 0,0 1 0 0 0,0-1 0 0 0,0 0 0 0 0,0 1 0 0 0,0-1 0 0 0,0 0 0 0 0,0 1 0 0 0,0-1 0 0 0,0 1 0 0 0,0-1 0 0 0,0 0 0 0 0,0 1 0 0 0,0-1 0 0 0,0 0 0 0 0,0 1 0 0 0,0-1 0 0 0,0 0 0 0 0,0 1 0 0 0,0-1 0 0 0,0 0 0 0 0,0 1 0 0 0,0-1 0 0 0,0 1 0 0 0,0-1 0 0 0,0 0 0 0 0,0 1 0 0 0,0-1 0 0 0,0 0 0 0 0,0 1 0 0 0,0-1 0 0 0,0 0 0 0 0,0 1 0 0 0,0-1 0 0 0,0 0 0 0 0,0 1 0 0 0,0-1 0 0 0,0 1 0 0 0,0-1 0 0 0,0 0 0 0 0,0 1 0 0 0,0-1 0 0 0,0 0 0 0 0,0 1 0 0 0,0-1 0 0 0,0 0 0 0 0,0 1 0 0 0,0-1 0 0 0,0 0 0 0 0,0 1 0 0 0,0-1 0 0 0,0 1 0 0 0,0 7 0 0 0,0 2 0 0 0,0 0 0 0 0,0-1 0 0 0,0-3 0 0 0,0 5 0 0 0,0 2 0 0 0,0 5 0 0 0,0 1 0 0 0,0-4 0 0 0,0-4 0 0 0,0-3 0 0 0,0-4 0 0 0,0-2 0 0 0,0-1 0 0 0,0-2 0 0 0,0 1 0 0 0,0 0 0 0 0,0-1 0 0 0,0 1 0 0 0,0 0 0 0 0,0 0 0 0 0,0 1 0 0 0,0-1 0 0 0,0 0 0 0 0,0 1 0 0 0,0-1 0 0 0,0 1 0 0 0,0-1 0 0 0,0 0 0 0 0,0 1 0 0 0,8-1 0 0 0,2 0 0 0 0,0 1 0 0 0,-2-1 0 0 0,-2 0 0 0 0,-3 1 0 0 0,-1-1 0 0 0,-1 1 0 0 0,-1-1 0 0 0,-1 0 0 0 0,1 1 0 0 0,-1-1 0 0 0,1 0 0 0 0,0 1 0 0 0,0-1 0 0 0,0 0 0 0 0,0 1 0 0 0,0-1 0 0 0,0 0 0 0 0,0-7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19230 10799 16383 0 0,'8'0'0'0'0,"17"0"0"0"0,29 0 0 0 0,19 0 0 0 0,14 0 0 0 0,-1 0 0 0 0,-7 0 0 0 0,-9 0 0 0 0,-9 0 0 0 0,-8 0 0 0 0,-4 0 0 0 0,-3 0 0 0 0,-2 0 0 0 0,0 0 0 0 0,-1 0 0 0 0,1 0 0 0 0,1 0 0 0 0,-1 0 0 0 0,1 0 0 0 0,0 0 0 0 0,9 0 0 0 0,9 0 0 0 0,10 0 0 0 0,0 0 0 0 0,4 0 0 0 0,3 0 0 0 0,4 0 0 0 0,-4 0 0 0 0,-9 0 0 0 0,-8 0 0 0 0,-8 0 0 0 0,3 0 0 0 0,7 0 0 0 0,0 0 0 0 0,-4 0 0 0 0,-4 0 0 0 0,4 0 0 0 0,7 0 0 0 0,-1 0 0 0 0,-4 0 0 0 0,3 0 0 0 0,-2 0 0 0 0,3 0 0 0 0,6 0 0 0 0,6 0 0 0 0,-3 0 0 0 0,2 0 0 0 0,-6 0 0 0 0,-7 0 0 0 0,-6 0 0 0 0,1 0 0 0 0,7 0 0 0 0,7 0 0 0 0,-2 0 0 0 0,-4 0 0 0 0,0 0 0 0 0,-2 0 0 0 0,2 8 0 0 0,-3 2 0 0 0,-4 0 0 0 0,10-2 0 0 0,1-3 0 0 0,4-1 0 0 0,-4-2 0 0 0,-6-2 0 0 0,1 1 0 0 0,-3-2 0 0 0,3 1 0 0 0,-2-1 0 0 0,-5 1 0 0 0,-4 0 0 0 0,-5 0 0 0 0,-2-1 0 0 0,-3 1 0 0 0,-1 0 0 0 0,0 0 0 0 0,-1 0 0 0 0,1 0 0 0 0,0 1 0 0 0,-1-1 0 0 0,2 0 0 0 0,-1 0 0 0 0,0 0 0 0 0,0 0 0 0 0,1 0 0 0 0,7 0 0 0 0,3 0 0 0 0,6 0 0 0 0,10 0 0 0 0,-1 0 0 0 0,3 0 0 0 0,5 0 0 0 0,-4 0 0 0 0,1 0 0 0 0,-5 0 0 0 0,-6 0 0 0 0,-7 0 0 0 0,-6 0 0 0 0,-3 0 0 0 0,-3 0 0 0 0,-2 0 0 0 0,0 0 0 0 0,0 0 0 0 0,1 0 0 0 0,-1 0 0 0 0,1 0 0 0 0,0 0 0 0 0,0 7 0 0 0,0 3 0 0 0,1 0 0 0 0,-1-2 0 0 0,1-2 0 0 0,-1-3 0 0 0,0-1 0 0 0,1-1 0 0 0,-1-1 0 0 0,1 0 0 0 0,-1-1 0 0 0,0 1 0 0 0,1-1 0 0 0,-1 1 0 0 0,0 0 0 0 0,1 0 0 0 0,-1 8 0 0 0,0 2 0 0 0,1 0 0 0 0,-1-3 0 0 0,0-1 0 0 0,9-2 0 0 0,9-3 0 0 0,10 0 0 0 0,0-1 0 0 0,4 8 0 0 0,3 1 0 0 0,4 1 0 0 0,-5-3 0 0 0,0-1 0 0 0,2-3 0 0 0,2-1 0 0 0,-5-2 0 0 0,-8 8 0 0 0,0 2 0 0 0,3 0 0 0 0,-4-3 0 0 0,3-2 0 0 0,-3-1 0 0 0,-7-3 0 0 0,3 0 0 0 0,-3-1 0 0 0,4 0 0 0 0,-1-1 0 0 0,-5 1 0 0 0,-4-1 0 0 0,-5 1 0 0 0,-2 0 0 0 0,5 0 0 0 0,2 0 0 0 0,-2 0 0 0 0,-2 0 0 0 0,6 0 0 0 0,1 0 0 0 0,-3 0 0 0 0,-2 0 0 0 0,-3 0 0 0 0,-3 0 0 0 0,-1 0 0 0 0,6 0 0 0 0,10 0 0 0 0,10 0 0 0 0,7 0 0 0 0,7 0 0 0 0,-5 0 0 0 0,-9 0 0 0 0,-8 0 0 0 0,0 0 0 0 0,-4 0 0 0 0,-4 0 0 0 0,4 0 0 0 0,-2 0 0 0 0,-2 0 0 0 0,-3 0 0 0 0,4 0 0 0 0,0 0 0 0 0,-2 0 0 0 0,-2 0 0 0 0,-4 0 0 0 0,-2 0 0 0 0,-1 0 0 0 0,-2 0 0 0 0,0 0 0 0 0,0 0 0 0 0,0 0 0 0 0,0-8 0 0 0,8-2 0 0 0,10 0 0 0 0,2-5 0 0 0,-2-1 0 0 0,3 2 0 0 0,-1 5 0 0 0,3-5 0 0 0,6 0 0 0 0,-2 3 0 0 0,2 2 0 0 0,4-3 0 0 0,4-2 0 0 0,-4 3 0 0 0,-8 3 0 0 0,0-4 0 0 0,-4-2 0 0 0,1 3 0 0 0,-2 3 0 0 0,-4 3 0 0 0,2 2 0 0 0,6 2 0 0 0,-1 1 0 0 0,-4 0 0 0 0,-6 0 0 0 0,-4-7 0 0 0,-4-2 0 0 0,-3-1 0 0 0,-2 2 0 0 0,0-5 0 0 0,-1 0 0 0 0,0 1 0 0 0,1 3 0 0 0,0 4 0 0 0,7-6 0 0 0,4-1 0 0 0,-1 2 0 0 0,-2 2 0 0 0,-2-4 0 0 0,6-1 0 0 0,0 1 0 0 0,-1 4 0 0 0,-3 3 0 0 0,-2 2 0 0 0,-2-6 0 0 0,-3-2 0 0 0,0 2 0 0 0,-1 1 0 0 0,0 3 0 0 0,0 2 0 0 0,0 2 0 0 0,0 0 0 0 0,0-6 0 0 0,8-3 0 0 0,10 1 0 0 0,2 1 0 0 0,-1 3 0 0 0,-6 2 0 0 0,-3 1 0 0 0,-4 1 0 0 0,-3 1 0 0 0,-2 0 0 0 0,-1 1 0 0 0,-1-1 0 0 0,1 1 0 0 0,-1-1 0 0 0,1 0 0 0 0,0 0 0 0 0,0 0 0 0 0,0 0 0 0 0,1 0 0 0 0,-1 0 0 0 0,1 0 0 0 0,-1 0 0 0 0,0 0 0 0 0,1 0 0 0 0,-1 0 0 0 0,0 0 0 0 0,1-8 0 0 0,-1-2 0 0 0,1 0 0 0 0,-1 2 0 0 0,0 3 0 0 0,1 1 0 0 0,-1-5 0 0 0,0-2 0 0 0,1 1 0 0 0,-1 2 0 0 0,0 3 0 0 0,1 2 0 0 0,-1 2 0 0 0,0 0 0 0 0,1 1 0 0 0,-1 1 0 0 0,1-1 0 0 0,-1 1 0 0 0,0-1 0 0 0,1 0 0 0 0,-9 0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22426 10499 16383 0 0,'0'0'0'0'0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22447 13180 16383 0 0,'8'-8'0'0'0,"2"-10"0"0"0,8-10 0 0 0,8-7 0 0 0,-1-6 0 0 0,4-4 0 0 0,4-2 0 0 0,-3 0 0 0 0,-7 0 0 0 0,-7 0 0 0 0,-7 0 0 0 0,4 9 0 0 0,6 2 0 0 0,9 0 0 0 0,-2-1 0 0 0,4-3 0 0 0,3-2 0 0 0,5-1 0 0 0,3-2 0 0 0,-5 0 0 0 0,-1-1 0 0 0,1 1 0 0 0,2 7 0 0 0,2 2 0 0 0,-5 0 0 0 0,-1 6 0 0 0,-7 1 0 0 0,1-3 0 0 0,2 4 0 0 0,5-1 0 0 0,3-3 0 0 0,3-4 0 0 0,3-3 0 0 0,1-4 0 0 0,1-1 0 0 0,0-1 0 0 0,0-1 0 0 0,0 7 0 0 0,8 4 0 0 0,2-2 0 0 0,7 0 0 0 0,0-3 0 0 0,-10-2 0 0 0,-6-2 0 0 0,-4-1 0 0 0,6 8 0 0 0,3 1 0 0 0,0 8 0 0 0,-1 0 0 0 0,-1-2 0 0 0,-2-4 0 0 0,-2-4 0 0 0,0-3 0 0 0,0-3 0 0 0,-1 7 0 0 0,0 1 0 0 0,0 0 0 0 0,-7-2 0 0 0,-11-3 0 0 0,-2-1 0 0 0,3-2 0 0 0,4-1 0 0 0,-4 0 0 0 0,2 7 0 0 0,3 3 0 0 0,4-1 0 0 0,3-2 0 0 0,-5-2 0 0 0,-9-2 0 0 0,-8-2 0 0 0,0 7 0 0 0,-3 2 0 0 0,4 7 0 0 0,6 0 0 0 0,7-2 0 0 0,5-4 0 0 0,4-4 0 0 0,4-4 0 0 0,-7-1 0 0 0,-2-2 0 0 0,1 7 0 0 0,2 2 0 0 0,1-1 0 0 0,3-1 0 0 0,1-2 0 0 0,0-2 0 0 0,2-2 0 0 0,-8 0 0 0 0,5-2 0 0 0,3 1 0 0 0,2-1 0 0 0,0 0 0 0 0,-1 0 0 0 0,0 1 0 0 0,-8-1 0 0 0,-3 1 0 0 0,0 7 0 0 0,1 3 0 0 0,3-1 0 0 0,2-1 0 0 0,1-3 0 0 0,2-2 0 0 0,-8-1 0 0 0,-1-2 0 0 0,0 8 0 0 0,2 1 0 0 0,2 8 0 0 0,2 8 0 0 0,1 8 0 0 0,-6-3 0 0 0,-1 3 0 0 0,-8-6 0 0 0,-8-6 0 0 0,0 0 0 0 0,-3-4 0 0 0,3 4 0 0 0,-2-2 0 0 0,4 3 0 0 0,-2-2 0 0 0,3 3 0 0 0,6 5 0 0 0,5-2 0 0 0,-2-5 0 0 0,0-7 0 0 0,-5-5 0 0 0,-7-5 0 0 0,1 5 0 0 0,-4 1 0 0 0,4 6 0 0 0,5 8 0 0 0,-1 0 0 0 0,3 4 0 0 0,-4-4 0 0 0,-13 3 0 0 0,-9 11 0 0 0,-12 8 0 0 0,-13 3 0 0 0,-2 8 0 0 0,-4 3 0 0 0,-5 6 0 0 0,-5 0 0 0 0,5 4 0 0 0,0-3 0 0 0,-2-4 0 0 0,5 2 0 0 0,1-3 0 0 0,-3-3 0 0 0,12-5 0 0 0,2-4 0 0 0,12-2 0 0 0,14-2 0 0 0,7-9 0 0 0,9-3 0 0 0,7-8 0 0 0,7 0 0 0 0,5 3 0 0 0,-5-3 0 0 0,-9-7 0 0 0,-1 2 0 0 0,2 4 0 0 0,-3-1 0 0 0,1 2 0 0 0,-4-3 0 0 0,2 2 0 0 0,-3 12 0 0 0,-6 16 0 0 0,-5 13 0 0 0,-5 11 0 0 0,-3 9 0 0 0,-2 4 0 0 0,-1 2 0 0 0,-1 1 0 0 0,-1 0 0 0 0,1 0 0 0 0,1-1 0 0 0,-1 0 0 0 0,1-9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22447 12735 16383 0 0,'0'-7'0'0'0,"8"-4"0"0"0,2-6 0 0 0,0-9 0 0 0,6 0 0 0 0,-1-2 0 0 0,6 2 0 0 0,-1-1 0 0 0,-3-5 0 0 0,2 5 0 0 0,-2-3 0 0 0,-3-2 0 0 0,3 3 0 0 0,-1-1 0 0 0,4 5 0 0 0,-1-1 0 0 0,4 4 0 0 0,-2-3 0 0 0,3 4 0 0 0,-2-2 0 0 0,2 2 0 0 0,5 5 0 0 0,-2-3 0 0 0,-6-5 0 0 0,1 1 0 0 0,-3-4 0 0 0,3 4 0 0 0,6-3 0 0 0,5 4 0 0 0,5 5 0 0 0,4-2 0 0 0,2 2 0 0 0,2-4 0 0 0,0 2 0 0 0,-7-4 0 0 0,-3 3 0 0 0,0 4 0 0 0,2 4 0 0 0,-5-2 0 0 0,-1 0 0 0 0,1 3 0 0 0,4 4 0 0 0,3 2 0 0 0,-6-5 0 0 0,0-9 0 0 0,1-1 0 0 0,3 3 0 0 0,2 4 0 0 0,3 4 0 0 0,1 4 0 0 0,1 3 0 0 0,0 2 0 0 0,1-8 0 0 0,0-9 0 0 0,0-10 0 0 0,-1 0 0 0 0,1 4 0 0 0,0 7 0 0 0,-1 5 0 0 0,-7-3 0 0 0,-3-6 0 0 0,0-1 0 0 0,3 4 0 0 0,-6-3 0 0 0,-1 2 0 0 0,3-4 0 0 0,3 2 0 0 0,2 5 0 0 0,4 4 0 0 0,-7-3 0 0 0,-1 0 0 0 0,-7-5 0 0 0,-8-6 0 0 0,0 0 0 0 0,5-3 0 0 0,5-5 0 0 0,6-3 0 0 0,4-5 0 0 0,3 6 0 0 0,3 8 0 0 0,-8 1 0 0 0,-2-3 0 0 0,-7-3 0 0 0,-1-5 0 0 0,3 4 0 0 0,3 0 0 0 0,4-2 0 0 0,4-3 0 0 0,1 5 0 0 0,2 8 0 0 0,-7 1 0 0 0,-2-3 0 0 0,0-6 0 0 0,10-3 0 0 0,4-5 0 0 0,2-2 0 0 0,0-2 0 0 0,-2-1 0 0 0,-1 7 0 0 0,-1 3 0 0 0,-2 0 0 0 0,0-2 0 0 0,7 6 0 0 0,-5 0 0 0 0,4-2 0 0 0,1 5 0 0 0,0-1 0 0 0,6 6 0 0 0,0-2 0 0 0,6 4 0 0 0,0 6 0 0 0,-4 5 0 0 0,-4 5 0 0 0,-5 3 0 0 0,-2 3 0 0 0,-3 0 0 0 0,-10-7 0 0 0,-2-2 0 0 0,-8-7 0 0 0,-1-2 0 0 0,3-4 0 0 0,5-7 0 0 0,4 1 0 0 0,-5-1 0 0 0,0 3 0 0 0,-6-1 0 0 0,1 4 0 0 0,-5-2 0 0 0,2 3 0 0 0,3-2 0 0 0,6 3 0 0 0,4 5 0 0 0,4-2 0 0 0,2 1 0 0 0,2-3 0 0 0,-8-7 0 0 0,-2 2 0 0 0,0-3 0 0 0,3 3 0 0 0,1-1 0 0 0,2 3 0 0 0,2 6 0 0 0,-7-2 0 0 0,-2 2 0 0 0,1 4 0 0 0,2-3 0 0 0,2 0 0 0 0,2-4 0 0 0,2-6 0 0 0,0-7 0 0 0,2-6 0 0 0,-8-3 0 0 0,5-3 0 0 0,3 7 0 0 0,2 2 0 0 0,8 6 0 0 0,1 10 0 0 0,0 7 0 0 0,-2 6 0 0 0,-4 5 0 0 0,-2-6 0 0 0,-1-9 0 0 0,-2-1 0 0 0,-1-6 0 0 0,0-6 0 0 0,-8-6 0 0 0,-2 3 0 0 0,-8 0 0 0 0,0 5 0 0 0,3 8 0 0 0,-4-1 0 0 0,2 3 0 0 0,-5-3 0 0 0,3 2 0 0 0,-12 5 0 0 0,-16 4 0 0 0,-14 4 0 0 0,-14 3 0 0 0,-8 2 0 0 0,-6 1 0 0 0,-3 1 0 0 0,-1 0 0 0 0,-1 0 0 0 0,1-1 0 0 0,1 1 0 0 0,0-1 0 0 0,1 0 0 0 0,0 0 0 0 0,1 0 0 0 0,0 0 0 0 0,0 0 0 0 0,-1 0 0 0 0,1 0 0 0 0,15 0 0 0 0,21 0 0 0 0,19 0 0 0 0,16 0 0 0 0,11 0 0 0 0,7 0 0 0 0,4 0 0 0 0,9 0 0 0 0,2 0 0 0 0,8 0 0 0 0,6 0 0 0 0,0 0 0 0 0,-6 0 0 0 0,-6 0 0 0 0,-5 0 0 0 0,-6 0 0 0 0,-2 0 0 0 0,-11 8 0 0 0,-10 10 0 0 0,-11 9 0 0 0,-7 9 0 0 0,-6 5 0 0 0,-3 4 0 0 0,-2 2 0 0 0,0 0 0 0 0,-8-7 0 0 0,-2-4 0 0 0,1 1 0 0 0,-5-6 0 0 0,0-1 0 0 0,-5-6 0 0 0,1 1 0 0 0,-4-3 0 0 0,2 2 0 0 0,-2-4 0 0 0,2 4 0 0 0,-2-4 0 0 0,-6-4 0 0 0,3-5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24758 8240 16383 0 0,'0'7'0'0'0,"0"11"0"0"0,7 2 0 0 0,11 6 0 0 0,10 5 0 0 0,8 6 0 0 0,-3 4 0 0 0,2-5 0 0 0,-6-1 0 0 0,-8 2 0 0 0,1-6 0 0 0,-4-1 0 0 0,-5 3 0 0 0,4-4 0 0 0,-2 0 0 0 0,-3 3 0 0 0,4-3 0 0 0,-1 0 0 0 0,-3 3 0 0 0,-11-11 0 0 0,-5-17 0 0 0,-11-17 0 0 0,-2-14 0 0 0,2-10 0 0 0,-5 1 0 0 0,2-1 0 0 0,-5 6 0 0 0,3 0 0 0 0,4-2 0 0 0,-3-3 0 0 0,2-3 0 0 0,-4-3 0 0 0,-6-2 0 0 0,1-1 0 0 0,-2-1 0 0 0,3 0 0 0 0,-1 8 0 0 0,3 2 0 0 0,6 0 0 0 0,6-1 0 0 0,4-3 0 0 0,4-2 0 0 0,2-2 0 0 0,2 0 0 0 0,0-2 0 0 0,0 1 0 0 0,0-1 0 0 0,0 0 0 0 0,-1 0 0 0 0,8 9 0 0 0,10 1 0 0 0,10 8 0 0 0,8 1 0 0 0,5 5 0 0 0,4 6 0 0 0,1 6 0 0 0,1 4 0 0 0,1 4 0 0 0,-1 10 0 0 0,-9 10 0 0 0,-9 11 0 0 0,-4 8 0 0 0,-4 5 0 0 0,0-4 0 0 0,-2-1 0 0 0,-5 1 0 0 0,3 1 0 0 0,-1 3 0 0 0,-4 1 0 0 0,-3 1 0 0 0,-4 1 0 0 0,-3 0 0 0 0,-1 1 0 0 0,-1 0 0 0 0,0-1 0 0 0,-1 1 0 0 0,0 0 0 0 0,1-1 0 0 0,-1 0 0 0 0,-7-7 0 0 0,-10-10 0 0 0,-10-11 0 0 0,-7-7 0 0 0,-6-6 0 0 0,-4-3 0 0 0,-2-3 0 0 0,0 0 0 0 0,0 0 0 0 0,7 8 0 0 0,4 3 0 0 0,0 0 0 0 0,-2-1 0 0 0,-2-3 0 0 0,-2-1 0 0 0,-1-2 0 0 0,13-2 0 0 0,21 1 0 0 0,27-2 0 0 0,25 1 0 0 0,14 0 0 0 0,12-1 0 0 0,2 1 0 0 0,-3 0 0 0 0,-5 0 0 0 0,-6 0 0 0 0,-5 7 0 0 0,-4 4 0 0 0,-2-1 0 0 0,-1-3 0 0 0,7-1 0 0 0,3-2 0 0 0,-1-3 0 0 0,-1 0 0 0 0,-3-1 0 0 0,-1 0 0 0 0,-2-1 0 0 0,-1 1 0 0 0,-1 0 0 0 0,0-1 0 0 0,0 1 0 0 0,-8 0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25834 7801 16383 0 0,'-7'0'0'0'0,"-11"0"0"0"0,-10 0 0 0 0,-8 0 0 0 0,-5 0 0 0 0,-4 7 0 0 0,6 11 0 0 0,2 10 0 0 0,0 8 0 0 0,-2 5 0 0 0,-2 4 0 0 0,-2-7 0 0 0,7 0 0 0 0,1-9 0 0 0,0-7 0 0 0,5-2 0 0 0,7 5 0 0 0,9 6 0 0 0,6 5 0 0 0,4 4 0 0 0,11-5 0 0 0,12-8 0 0 0,10-9 0 0 0,9-7 0 0 0,4-6 0 0 0,4-3 0 0 0,1-11 0 0 0,-7-10 0 0 0,-3-11 0 0 0,-7-7 0 0 0,-10-5 0 0 0,-7-4 0 0 0,1 7 0 0 0,-1 2 0 0 0,5-1 0 0 0,-2-1 0 0 0,6-2 0 0 0,-2-2 0 0 0,3 7 0 0 0,-1 2 0 0 0,-6-2 0 0 0,-4-2 0 0 0,-5-2 0 0 0,-4-2 0 0 0,-1 14 0 0 0,-3 19 0 0 0,0 19 0 0 0,0 15 0 0 0,1 12 0 0 0,6 7 0 0 0,4 3 0 0 0,0 2 0 0 0,5-7 0 0 0,9-4 0 0 0,-1 0 0 0 0,-3 1 0 0 0,-6 2 0 0 0,3 1 0 0 0,-2 2 0 0 0,5 0 0 0 0,-2 1 0 0 0,5-7 0 0 0,5-10 0 0 0,6-10 0 0 0,-2-1 0 0 0,0-2 0 0 0,3 3 0 0 0,-5 7 0 0 0,1-1 0 0 0,2 3 0 0 0,4-3 0 0 0,2-6 0 0 0,4 2 0 0 0,1-2 0 0 0,1-5 0 0 0,1-4 0 0 0,-8-11 0 0 0,-10-14 0 0 0,-10-11 0 0 0,-8-9 0 0 0,-13-6 0 0 0,-6-3 0 0 0,-10-3 0 0 0,-9 0 0 0 0,0 1 0 0 0,-2 7 0 0 0,3 4 0 0 0,7-1 0 0 0,-2 7 0 0 0,4 0 0 0 0,4-2 0 0 0,-2-3 0 0 0,0-4 0 0 0,-4 5 0 0 0,-6 8 0 0 0,1 1 0 0 0,5 12 0 0 0,5 17 0 0 0,6 14 0 0 0,12 13 0 0 0,13 8 0 0 0,12 6 0 0 0,8-5 0 0 0,-1-2 0 0 0,1 0 0 0 0,1 2 0 0 0,3 2 0 0 0,2 1 0 0 0,2 1 0 0 0,1 1 0 0 0,0-7 0 0 0,-7-3 0 0 0,-2-7 0 0 0,-8 0 0 0 0,0 2 0 0 0,-6 4 0 0 0,2-4 0 0 0,4-6 0 0 0,-2-16 0 0 0,-6-17 0 0 0,-6-14 0 0 0,-6-19 0 0 0,-4-10 0 0 0,-3-4 0 0 0,-1 0 0 0 0,-1 2 0 0 0,0 2 0 0 0,0 3 0 0 0,0 1 0 0 0,0 1 0 0 0,1 2 0 0 0,0 0 0 0 0,0 0 0 0 0,0 0 0 0 0,0 0 0 0 0,0 15 0 0 0,7 21 0 0 0,11 12 0 0 0,3 12 0 0 0,4 20 0 0 0,6 12 0 0 0,-1 5 0 0 0,0 2 0 0 0,-3-1 0 0 0,-8-2 0 0 0,2-1 0 0 0,-3-2 0 0 0,-5-2 0 0 0,-5 0 0 0 0,5-8 0 0 0,0-3 0 0 0,-3 0 0 0 0,5-6 0 0 0,8-7 0 0 0,-1-1 0 0 0,-3-10 0 0 0,-5-32 0 0 0,-6-26 0 0 0,-3-29 0 0 0,-3-25 0 0 0,-1-3 0 0 0,-2 2 0 0 0,0 1 0 0 0,0 4 0 0 0,0 10 0 0 0,1 12 0 0 0,-1 11 0 0 0,1 9 0 0 0,0 6 0 0 0,0 3 0 0 0,8 10 0 0 0,10 19 0 0 0,9 20 0 0 0,1 17 0 0 0,3 12 0 0 0,12 17 0 0 0,14 8 0 0 0,4 2 0 0 0,1 6 0 0 0,-3-1 0 0 0,-4 5 0 0 0,-4-1 0 0 0,-2-13 0 0 0,-3-8 0 0 0,0-4 0 0 0,-1-2 0 0 0,-8 0 0 0 0,-3 1 0 0 0,-7 0 0 0 0,0 2 0 0 0,3-8 0 0 0,4-9 0 0 0,-4-1 0 0 0,-7 1 0 0 0,-7-2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26361 8615 16383 0 0,'0'8'0'0'0,"0"10"0"0"0,0 9 0 0 0,0 9 0 0 0,0 5 0 0 0,0 4 0 0 0,16 1 0 0 0,20 2 0 0 0,11-1 0 0 0,7 0 0 0 0,0-8 0 0 0,0-11 0 0 0,-2-10 0 0 0,-2-8 0 0 0,-2-6 0 0 0,-1-3 0 0 0,-1-2 0 0 0,-1-2 0 0 0,0 1 0 0 0,0 1 0 0 0,0-1 0 0 0,0 2 0 0 0,0-1 0 0 0,-7 9 0 0 0,-11 10 0 0 0,-17 9 0 0 0,-18 9 0 0 0,-24 6 0 0 0,-21 10 0 0 0,-25 13 0 0 0,-14 2 0 0 0,-8-2 0 0 0,6-4 0 0 0,4-6 0 0 0,9-3 0 0 0,11-4 0 0 0,9-2 0 0 0,8-1 0 0 0,4 0 0 0 0,4-8 0 0 0,1-11 0 0 0,1-9 0 0 0,0-8 0 0 0,-1-5 0 0 0,0 4 0 0 0,-1 1 0 0 0,0-1 0 0 0,0-2 0 0 0,-1-2 0 0 0,1-1 0 0 0,0-2 0 0 0,-1-1 0 0 0,16 0 0 0 0,21-1 0 0 0,19-7 0 0 0,23-2 0 0 0,22 0 0 0 0,10 2 0 0 0,0 2 0 0 0,-2-5 0 0 0,-5-1 0 0 0,-11 1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26575 8636 16383 0 0,'0'8'0'0'0,"0"10"0"0"0,7 2 0 0 0,4 5 0 0 0,-1 7 0 0 0,5-3 0 0 0,1 1 0 0 0,5-3 0 0 0,-1 0 0 0 0,-4 4 0 0 0,3-4 0 0 0,-1 2 0 0 0,3 3 0 0 0,-2 5 0 0 0,5 2 0 0 0,-3 4 0 0 0,3 1 0 0 0,-3 2 0 0 0,-4 0 0 0 0,-6 0 0 0 0,-4 0 0 0 0,4 0 0 0 0,0-1 0 0 0,-2-7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26788 8439 16383 0 0,'0'7'0'0'0,"0"11"0"0"0,0 10 0 0 0,0 8 0 0 0,0 5 0 0 0,8-4 0 0 0,10-8 0 0 0,10-10 0 0 0,0-15 0 0 0,-5-16 0 0 0,-14-14 0 0 0,-16-10 0 0 0,-15-7 0 0 0,-11-3 0 0 0,0-3 0 0 0,-2 1 0 0 0,-3 7 0 0 0,-3 12 0 0 0,-1 10 0 0 0,-3 8 0 0 0,0 7 0 0 0,0 3 0 0 0,-1 2 0 0 0,0 1 0 0 0,0 0 0 0 0,0 0 0 0 0,1-1 0 0 0,7 8 0 0 0,11 9 0 0 0,9 10 0 0 0,8 8 0 0 0,6 5 0 0 0,3 4 0 0 0,3 1 0 0 0,0 2 0 0 0,0-1 0 0 0,-1 0 0 0 0,1-1 0 0 0,-2 0 0 0 0,1 0 0 0 0,-1 0 0 0 0,0-1 0 0 0,8-7 0 0 0,10-11 0 0 0,9-17 0 0 0,9-11 0 0 0,-3-12 0 0 0,2-5 0 0 0,-6-6 0 0 0,0 0 0 0 0,3 5 0 0 0,-4-2 0 0 0,-7-6 0 0 0,-7-5 0 0 0,2 2 0 0 0,-2-1 0 0 0,5 4 0 0 0,-2 0 0 0 0,5-4 0 0 0,-1-4 0 0 0,-5-4 0 0 0,-5-3 0 0 0,-4-2 0 0 0,-4 6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26723 8065 16383 0 0,'0'7'0'0'0,"0"11"0"0"0,8 10 0 0 0,10 8 0 0 0,9 5 0 0 0,9-4 0 0 0,-2-1 0 0 0,0 2 0 0 0,3 1 0 0 0,-6 3 0 0 0,-7 8 0 0 0,0 5 0 0 0,3-8 0 0 0,5 4 0 0 0,4 1 0 0 0,-3-1 0 0 0,-8-1 0 0 0,0-2 0 0 0,-4-1 0 0 0,-6 0 0 0 0,2-10 0 0 0,-2-1 0 0 0,5-9 0 0 0,-2 0 0 0 0,-3 3 0 0 0,-5 4 0 0 0,4-4 0 0 0,0 0 0 0 0,-3 4 0 0 0,5-5 0 0 0,7-6 0 0 0,-1-1 0 0 0,5-3 0 0 0,4-5 0 0 0,-2 3 0 0 0,1-2 0 0 0,-4 5 0 0 0,1-2 0 0 0,3-3 0 0 0,5-5 0 0 0,4-3 0 0 0,3-4 0 0 0,2-1 0 0 0,1-2 0 0 0,1-1 0 0 0,1 0 0 0 0,-1 0 0 0 0,0 1 0 0 0,0-1 0 0 0,-8-7 0 0 0,-3-2 0 0 0,-7-8 0 0 0,-9 0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26786 8856 16383 0 0,'8'-8'0'0'0,"10"-10"0"0"0,10-9 0 0 0,7-9 0 0 0,-1-5 0 0 0,0 4 0 0 0,-4 0 0 0 0,-1 7 0 0 0,-5 1 0 0 0,1 5 0 0 0,5-1 0 0 0,4-3 0 0 0,4-6 0 0 0,4-4 0 0 0,-6-4 0 0 0,-1-2 0 0 0,-6-1 0 0 0,-1 7 0 0 0,3 9 0 0 0,-5 3 0 0 0,3 6 0 0 0,-5-3 0 0 0,1-3 0 0 0,-3 1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27451 7959 16383 0 0,'-8'0'0'0'0,"-2"7"0"0"0,-8 4 0 0 0,0 6 0 0 0,3 9 0 0 0,3 7 0 0 0,5 6 0 0 0,3 5 0 0 0,2 1 0 0 0,1 2 0 0 0,2 0 0 0 0,-1-1 0 0 0,1 1 0 0 0,0-1 0 0 0,-1 0 0 0 0,1 0 0 0 0,-1-1 0 0 0,0 1 0 0 0,0-1 0 0 0,0 0 0 0 0,0 1 0 0 0,0-1 0 0 0,8-8 0 0 0,10-9 0 0 0,9-11 0 0 0,9-7 0 0 0,5-6 0 0 0,-4-11 0 0 0,-1-4 0 0 0,2-9 0 0 0,-6-8 0 0 0,-1-7 0 0 0,-6-5 0 0 0,-6-4 0 0 0,-7-2 0 0 0,-6 0 0 0 0,-3-2 0 0 0,-3 2 0 0 0,-1-1 0 0 0,0 1 0 0 0,-1 0 0 0 0,1 1 0 0 0,0-1 0 0 0,1 1 0 0 0,0 0 0 0 0,-1-1 0 0 0,1 1 0 0 0,-7 7 0 0 0,-3 3 0 0 0,-8 7 0 0 0,-8 9 0 0 0,-7 7 0 0 0,-6 13 0 0 0,4 15 0 0 0,-1 12 0 0 0,7 9 0 0 0,0-2 0 0 0,6 1 0 0 0,5 2 0 0 0,7 2 0 0 0,5 3 0 0 0,-4-7 0 0 0,-1-2 0 0 0,2 2 0 0 0,11-6 0 0 0,11-8 0 0 0,12-7 0 0 0,10-7 0 0 0,-2-12 0 0 0,2-6 0 0 0,-5-8 0 0 0,-9-9 0 0 0,2-8 0 0 0,-5-6 0 0 0,3 5 0 0 0,-2 0 0 0 0,3 7 0 0 0,-1 0 0 0 0,-6-3 0 0 0,4 12 0 0 0,-2 18 0 0 0,-4 15 0 0 0,3 15 0 0 0,0 9 0 0 0,-3 7 0 0 0,3-4 0 0 0,0-2 0 0 0,4-7 0 0 0,-1-1 0 0 0,-3 2 0 0 0,2 4 0 0 0,7-5 0 0 0,-2 0 0 0 0,-4 3 0 0 0,-5 3 0 0 0,2-5 0 0 0,-1 0 0 0 0,4-5 0 0 0,-1 0 0 0 0,5-4 0 0 0,5 1 0 0 0,6 5 0 0 0,-3 4 0 0 0,2-2 0 0 0,2-7 0 0 0,3-8 0 0 0,-5 2 0 0 0,0-3 0 0 0,-6 4 0 0 0,0-1 0 0 0,-4-4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22363 12200 16383 0 0,'7'0'0'0'0,"11"-8"0"0"0,10-2 0 0 0,0-7 0 0 0,3-1 0 0 0,4 2 0 0 0,4 5 0 0 0,-5-4 0 0 0,-1 0 0 0 0,3-4 0 0 0,1 0 0 0 0,4 4 0 0 0,2 5 0 0 0,1 3 0 0 0,1 3 0 0 0,-7-5 0 0 0,-3-1 0 0 0,1-7 0 0 0,2 0 0 0 0,2-5 0 0 0,3-7 0 0 0,0 2 0 0 0,2-2 0 0 0,0 3 0 0 0,-7-1 0 0 0,-2-4 0 0 0,0 4 0 0 0,1 6 0 0 0,3-1 0 0 0,2 3 0 0 0,2 5 0 0 0,1-3 0 0 0,0-6 0 0 0,1-7 0 0 0,-1-7 0 0 0,1-3 0 0 0,0-4 0 0 0,7 6 0 0 0,3 9 0 0 0,7 10 0 0 0,0 1 0 0 0,6 2 0 0 0,-2-2 0 0 0,-5-7 0 0 0,4-7 0 0 0,-3 2 0 0 0,3 7 0 0 0,7 7 0 0 0,-2-2 0 0 0,-5 2 0 0 0,-7 4 0 0 0,-4-3 0 0 0,-5 0 0 0 0,-3 3 0 0 0,-2 4 0 0 0,0 2 0 0 0,-1 4 0 0 0,0-7 0 0 0,0-1 0 0 0,1 0 0 0 0,0-5 0 0 0,0-8 0 0 0,1-7 0 0 0,-1 0 0 0 0,8-1 0 0 0,3 4 0 0 0,-1-1 0 0 0,6 4 0 0 0,0-1 0 0 0,5 3 0 0 0,0-2 0 0 0,3 3 0 0 0,-2-3 0 0 0,3 3 0 0 0,5 5 0 0 0,5 5 0 0 0,-3-3 0 0 0,0 1 0 0 0,4-6 0 0 0,-6 1 0 0 0,1-4 0 0 0,-5 2 0 0 0,-7 3 0 0 0,-7 6 0 0 0,-5 4 0 0 0,-4 3 0 0 0,-2 3 0 0 0,-1-7 0 0 0,-1-1 0 0 0,-8-8 0 0 0,-2 0 0 0 0,1 2 0 0 0,2-3 0 0 0,2 0 0 0 0,3-3 0 0 0,1 1 0 0 0,2 4 0 0 0,0 5 0 0 0,1 4 0 0 0,0 4 0 0 0,0-6 0 0 0,-1-1 0 0 0,1 1 0 0 0,0-6 0 0 0,-1 0 0 0 0,-7-5 0 0 0,-3-7 0 0 0,0 1 0 0 0,3 5 0 0 0,2 6 0 0 0,1 5 0 0 0,3-3 0 0 0,1 1 0 0 0,-8-5 0 0 0,-1-1 0 0 0,0-4 0 0 0,1 2 0 0 0,4-4 0 0 0,1-5 0 0 0,9-6 0 0 0,4-5 0 0 0,0-2 0 0 0,-1 5 0 0 0,-3 9 0 0 0,-2 9 0 0 0,-1 9 0 0 0,-2-3 0 0 0,-8-6 0 0 0,-3-1 0 0 0,8-3 0 0 0,4-7 0 0 0,2 2 0 0 0,1 7 0 0 0,-1 5 0 0 0,-1 7 0 0 0,-1 4 0 0 0,-1 3 0 0 0,0 3 0 0 0,-8-8 0 0 0,-3-2 0 0 0,-7-7 0 0 0,-1-2 0 0 0,2 4 0 0 0,5 3 0 0 0,4 3 0 0 0,-4-3 0 0 0,-1-2 0 0 0,-6-4 0 0 0,1-1 0 0 0,-5-5 0 0 0,1 2 0 0 0,5 5 0 0 0,-3-3 0 0 0,-6-7 0 0 0,-13 3 0 0 0,-17-4 0 0 0,-14 3 0 0 0,-10 6 0 0 0,-7-2 0 0 0,-5 3 0 0 0,-2 3 0 0 0,0 5 0 0 0,-1 4 0 0 0,2 3 0 0 0,0 1 0 0 0,1 1 0 0 0,0 1 0 0 0,0 0 0 0 0,1 0 0 0 0,0-1 0 0 0,15 1 0 0 0,20-1 0 0 0,28 0 0 0 0,19 0 0 0 0,10 0 0 0 0,5 8 0 0 0,1 2 0 0 0,0 7 0 0 0,-2 2 0 0 0,-9 4 0 0 0,-5-2 0 0 0,0-4 0 0 0,1-4 0 0 0,-6 2 0 0 0,-9 7 0 0 0,-7 7 0 0 0,-7 6 0 0 0,-6 6 0 0 0,-2 3 0 0 0,-2 1 0 0 0,0 2 0 0 0,-1 0 0 0 0,1-1 0 0 0,0 1 0 0 0,-8-1 0 0 0,-9 0 0 0 0,-2-1 0 0 0,-6 1 0 0 0,2-1 0 0 0,-2-7 0 0 0,3-3 0 0 0,5 0 0 0 0,6 3 0 0 0,4 1 0 0 0,-3 3 0 0 0,-8 2 0 0 0,0-8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25008 9843 16383 0 0,'8'7'0'0'0,"10"11"0"0"0,2 10 0 0 0,6 8 0 0 0,5-3 0 0 0,-2 2 0 0 0,2-6 0 0 0,-5 0 0 0 0,-6 3 0 0 0,-7 3 0 0 0,2 5 0 0 0,6 1 0 0 0,0 3 0 0 0,-4 1 0 0 0,-5 1 0 0 0,-4 0 0 0 0,-4 0 0 0 0,6 0 0 0 0,0 0 0 0 0,7-8 0 0 0,0-18 0 0 0,5-28 0 0 0,-1-28 0 0 0,4-23 0 0 0,-3-18 0 0 0,-5-2 0 0 0,-6 4 0 0 0,-4 6 0 0 0,-3 9 0 0 0,-3 5 0 0 0,7 13 0 0 0,9 22 0 0 0,9 13 0 0 0,9 16 0 0 0,-2 14 0 0 0,1 3 0 0 0,-5 6 0 0 0,0 3 0 0 0,2 5 0 0 0,5-4 0 0 0,-5-2 0 0 0,-7 2 0 0 0,-7 2 0 0 0,-8 3 0 0 0,-4 2 0 0 0,4 1 0 0 0,1-14 0 0 0,-2-21 0 0 0,-2-18 0 0 0,-1-17 0 0 0,-3-11 0 0 0,-1-6 0 0 0,-1-5 0 0 0,0-1 0 0 0,0 0 0 0 0,7 0 0 0 0,11 9 0 0 0,2 3 0 0 0,5 8 0 0 0,-2 2 0 0 0,4 4 0 0 0,4 8 0 0 0,5 5 0 0 0,4 4 0 0 0,3 4 0 0 0,1 2 0 0 0,2 1 0 0 0,0 0 0 0 0,1 0 0 0 0,-1 0 0 0 0,0 0 0 0 0,0-1 0 0 0,-1 1 0 0 0,1-1 0 0 0,-1 0 0 0 0,0 0 0 0 0,-7 7 0 0 0,-11 11 0 0 0,-1 2 0 0 0,-6 6 0 0 0,-6 5 0 0 0,-6 6 0 0 0,-4 4 0 0 0,-2 3 0 0 0,-2 1 0 0 0,-1 2 0 0 0,0-1 0 0 0,0 1 0 0 0,0-1 0 0 0,0 0 0 0 0,1-8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26371 10090 16383 0 0,'-8'0'0'0'0,"-10"0"0"0"0,-10 8 0 0 0,0 10 0 0 0,-3 2 0 0 0,4 5 0 0 0,6 7 0 0 0,0-3 0 0 0,2 1 0 0 0,-2-3 0 0 0,2 0 0 0 0,-4 4 0 0 0,2 4 0 0 0,-2-3 0 0 0,2-1 0 0 0,4 4 0 0 0,-2-6 0 0 0,3 1 0 0 0,2 3 0 0 0,6 4 0 0 0,2 2 0 0 0,4 4 0 0 0,8-7 0 0 0,13-9 0 0 0,9-9 0 0 0,9-7 0 0 0,5-6 0 0 0,3-4 0 0 0,2-2 0 0 0,0-1 0 0 0,1 0 0 0 0,-9-7 0 0 0,-3-10 0 0 0,-7-10 0 0 0,-9-7 0 0 0,0-5 0 0 0,-4-4 0 0 0,-4-1 0 0 0,-4-2 0 0 0,-4 1 0 0 0,-2 0 0 0 0,-2 1 0 0 0,0-1 0 0 0,-1 2 0 0 0,0-1 0 0 0,0 1 0 0 0,1 15 0 0 0,-1 21 0 0 0,9 11 0 0 0,10 14 0 0 0,2 11 0 0 0,-2 9 0 0 0,3 7 0 0 0,6 2 0 0 0,-2 3 0 0 0,3 0 0 0 0,5 0 0 0 0,3-9 0 0 0,-3-3 0 0 0,-1 1 0 0 0,-4 1 0 0 0,-9 2 0 0 0,2-6 0 0 0,4-1 0 0 0,6 2 0 0 0,5-6 0 0 0,-4 1 0 0 0,2-5 0 0 0,1-7 0 0 0,-5-22 0 0 0,-7-25 0 0 0,-7-16 0 0 0,-8-24 0 0 0,-4-14 0 0 0,-3-2 0 0 0,-1 6 0 0 0,-2 9 0 0 0,1 8 0 0 0,-1 8 0 0 0,-6 4 0 0 0,-3 4 0 0 0,-7 10 0 0 0,0 2 0 0 0,2 0 0 0 0,-3 6 0 0 0,-6 0 0 0 0,0-4 0 0 0,6-3 0 0 0,-3-4 0 0 0,4-3 0 0 0,3-2 0 0 0,5-1 0 0 0,5-1 0 0 0,2 0 0 0 0,2 16 0 0 0,2 20 0 0 0,0 19 0 0 0,7 17 0 0 0,11 11 0 0 0,2 7 0 0 0,-3 4 0 0 0,3 1 0 0 0,-1 0 0 0 0,-5 0 0 0 0,-5-1 0 0 0,4-9 0 0 0,0-3 0 0 0,4 0 0 0 0,0 2 0 0 0,5-6 0 0 0,-3-1 0 0 0,-3 3 0 0 0,-6 2 0 0 0,-4 4 0 0 0,-3 2 0 0 0,-3 2 0 0 0,-1-15 0 0 0,-1-19 0 0 0,0-27 0 0 0,0-19 0 0 0,1-10 0 0 0,-1-6 0 0 0,1-1 0 0 0,0 1 0 0 0,0 0 0 0 0,0 3 0 0 0,0 1 0 0 0,0 2 0 0 0,0 0 0 0 0,0 1 0 0 0,0-1 0 0 0,0 1 0 0 0,0 0 0 0 0,0 0 0 0 0,0 0 0 0 0,7 8 0 0 0,11 9 0 0 0,2 3 0 0 0,6 5 0 0 0,5 6 0 0 0,-2 5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26659 9467 16383 0 0,'8'8'0'0'0,"2"10"0"0"0,0 9 0 0 0,6 9 0 0 0,7-2 0 0 0,1 0 0 0 0,3 3 0 0 0,5 2 0 0 0,-3 3 0 0 0,-6 2 0 0 0,-7 0 0 0 0,-7 2 0 0 0,4-8 0 0 0,-2-3 0 0 0,-1 1 0 0 0,-3 2 0 0 0,-3 2 0 0 0,-2 2 0 0 0,-1 2 0 0 0,-1 1 0 0 0,7-8 0 0 0,3-1 0 0 0,-1 0 0 0 0,-1 1 0 0 0,5-4 0 0 0,0-1 0 0 0,-1-14 0 0 0,-4-17 0 0 0,-2-17 0 0 0,-3-13 0 0 0,-9-17 0 0 0,-4-9 0 0 0,0-2 0 0 0,1 0 0 0 0,3 3 0 0 0,2 2 0 0 0,2 3 0 0 0,1 2 0 0 0,1 1 0 0 0,0 0 0 0 0,-7 9 0 0 0,-3 2 0 0 0,1 0 0 0 0,1-2 0 0 0,3-2 0 0 0,1-3 0 0 0,2-1 0 0 0,9-2 0 0 0,11 8 0 0 0,3 1 0 0 0,4 8 0 0 0,7 8 0 0 0,6 7 0 0 0,-5 7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26871 9780 16383 0 0,'8'0'0'0'0,"10"8"0"0"0,10 10 0 0 0,7 10 0 0 0,-1 7 0 0 0,0 6 0 0 0,3 4 0 0 0,2 2 0 0 0,3 0 0 0 0,2-7 0 0 0,-7-4 0 0 0,-2-7 0 0 0,-7-1 0 0 0,-8 3 0 0 0,0-5 0 0 0,5 2 0 0 0,5-4 0 0 0,6-15 0 0 0,4-23 0 0 0,3-33 0 0 0,-6-16 0 0 0,-9-20 0 0 0,-9-4 0 0 0,-8-3 0 0 0,-6 7 0 0 0,-4 9 0 0 0,-1 10 0 0 0,-2 8 0 0 0,0 5 0 0 0,0 5 0 0 0,1 1 0 0 0,0 2 0 0 0,1-1 0 0 0,-1 1 0 0 0,1-1 0 0 0,0-1 0 0 0,1 0 0 0 0,-1 0 0 0 0,0 0 0 0 0,0 15 0 0 0,0 20 0 0 0,0 20 0 0 0,0 16 0 0 0,0 11 0 0 0,0 7 0 0 0,0 4 0 0 0,0 9 0 0 0,0 10 0 0 0,8 10 0 0 0,2 14 0 0 0,7 15 0 0 0,1 5 0 0 0,-2 7 0 0 0,3 6 0 0 0,6-2 0 0 0,7 1 0 0 0,-2-5 0 0 0,-6-15 0 0 0,-8-17 0 0 0,-6-16 0 0 0,-4-11 0 0 0,-4-9 0 0 0,-2-5 0 0 0,-1-2 0 0 0,-1-1 0 0 0,1 0 0 0 0,8 9 0 0 0,10 10 0 0 0,2 11 0 0 0,7 1 0 0 0,-3 3 0 0 0,-4-3 0 0 0,-6-7 0 0 0,-4-7 0 0 0,-5-5 0 0 0,-3-4 0 0 0,-1-4 0 0 0,0-1 0 0 0,-1-1 0 0 0,0 0 0 0 0,0 0 0 0 0,-8-7 0 0 0,-9-10 0 0 0,-10-10 0 0 0,-8-7 0 0 0,-5-6 0 0 0,-4-4 0 0 0,-1-1 0 0 0,-1-1 0 0 0,-1-7 0 0 0,1-11 0 0 0,1-17 0 0 0,7-9 0 0 0,4-13 0 0 0,7-4 0 0 0,8 1 0 0 0,8 3 0 0 0,6 4 0 0 0,4-4 0 0 0,2-7 0 0 0,1-8 0 0 0,9-7 0 0 0,9-5 0 0 0,10-4 0 0 0,8-1 0 0 0,5 7 0 0 0,3 17 0 0 0,-6 13 0 0 0,-10 8 0 0 0,-2 11 0 0 0,-5 5 0 0 0,0 6 0 0 0,6 1 0 0 0,4-4 0 0 0,6 2 0 0 0,3 6 0 0 0,-5-2 0 0 0,-1-12 0 0 0,1-9 0 0 0,3-12 0 0 0,1-5 0 0 0,3-1 0 0 0,-7 4 0 0 0,-1 10 0 0 0,-7 5 0 0 0,-8 3 0 0 0,-7-1 0 0 0,-7-1 0 0 0,-3-1 0 0 0,-3-2 0 0 0,-1-1 0 0 0,-1 6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25314 10647 16383 0 0,'-8'8'0'0'0,"-10"10"0"0"0,-10 9 0 0 0,-7 9 0 0 0,-7 5 0 0 0,-2 4 0 0 0,-3-6 0 0 0,8-2 0 0 0,1 0 0 0 0,-7 2 0 0 0,-3 2 0 0 0,-3 2 0 0 0,-7 1 0 0 0,-1 1 0 0 0,1-8 0 0 0,3-1 0 0 0,3 0 0 0 0,3 2 0 0 0,1 2 0 0 0,2-6 0 0 0,1-8 0 0 0,8-2 0 0 0,3-4 0 0 0,-1-5 0 0 0,-2-7 0 0 0,5 5 0 0 0,0-1 0 0 0,-1 6 0 0 0,-4-1 0 0 0,-3 5 0 0 0,6 6 0 0 0,0 7 0 0 0,-1 4 0 0 0,-3 4 0 0 0,-2 1 0 0 0,-3 3 0 0 0,-1-9 0 0 0,-1-1 0 0 0,7-1 0 0 0,3 3 0 0 0,-1-7 0 0 0,5 0 0 0 0,2 2 0 0 0,-4-5 0 0 0,-2 0 0 0 0,-5 4 0 0 0,-1 3 0 0 0,-3 3 0 0 0,-1 3 0 0 0,-1-5 0 0 0,0-2 0 0 0,0 1 0 0 0,0 2 0 0 0,0 2 0 0 0,8 3 0 0 0,3-7 0 0 0,-1-1 0 0 0,-1 0 0 0 0,-10 3 0 0 0,-6 2 0 0 0,0 3 0 0 0,1 0 0 0 0,1 2 0 0 0,2-7 0 0 0,1-3 0 0 0,1 1 0 0 0,2 2 0 0 0,-1 2 0 0 0,1 3 0 0 0,8 0 0 0 0,2 2 0 0 0,0-7 0 0 0,-2-3 0 0 0,-3 1 0 0 0,-10 2 0 0 0,-3 2 0 0 0,-2 2 0 0 0,2 2 0 0 0,2 0 0 0 0,1 2 0 0 0,3-8 0 0 0,0-3 0 0 0,2 1 0 0 0,0 2 0 0 0,7 2 0 0 0,4 2 0 0 0,-2 2 0 0 0,-1 0 0 0 0,-10-6 0 0 0,-13-3 0 0 0,-3 1 0 0 0,0 2 0 0 0,-3 2 0 0 0,1 2 0 0 0,4 2 0 0 0,5 1 0 0 0,3 0 0 0 0,5 1 0 0 0,1 0 0 0 0,2-1 0 0 0,0-7 0 0 0,1-10 0 0 0,-1-3 0 0 0,8 3 0 0 0,3-4 0 0 0,-2 2 0 0 0,-1 5 0 0 0,-3-4 0 0 0,-2 1 0 0 0,-1 5 0 0 0,-2-5 0 0 0,0 2 0 0 0,7 3 0 0 0,2 3 0 0 0,0 4 0 0 0,-2-5 0 0 0,-2-1 0 0 0,-2-6 0 0 0,-1 0 0 0 0,-2 3 0 0 0,8 3 0 0 0,9 5 0 0 0,2-6 0 0 0,6 1 0 0 0,-2-6 0 0 0,3-1 0 0 0,-3-4 0 0 0,2 2 0 0 0,-3-4 0 0 0,-5-5 0 0 0,1-14 0 0 0,7-14 0 0 0,5-13 0 0 0,6-10 0 0 0,5-6 0 0 0,2-5 0 0 0,2-2 0 0 0,1 0 0 0 0,0 0 0 0 0,0 1 0 0 0,0 0 0 0 0,8 8 0 0 0,1 19 0 0 0,0 20 0 0 0,-2 18 0 0 0,-2 14 0 0 0,-3 9 0 0 0,-1 5 0 0 0,-1 2 0 0 0,-1 2 0 0 0,0-1 0 0 0,-1-1 0 0 0,1-1 0 0 0,-1 0 0 0 0,1-1 0 0 0,0-1 0 0 0,0 1 0 0 0,0-1 0 0 0,0 0 0 0 0,0 0 0 0 0,0 1 0 0 0,0-1 0 0 0,0 0 0 0 0,0 0 0 0 0,0 1 0 0 0,0-16 0 0 0,0-21 0 0 0,0-19 0 0 0,8-16 0 0 0,10-11 0 0 0,2-7 0 0 0,5-4 0 0 0,-1-1 0 0 0,2 7 0 0 0,-2 4 0 0 0,1 8 0 0 0,-2 1 0 0 0,1-2 0 0 0,6-3 0 0 0,4-4 0 0 0,5 4 0 0 0,3 9 0 0 0,2 8 0 0 0,2 7 0 0 0,0 5 0 0 0,0 4 0 0 0,1 1 0 0 0,-9 2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18736 14118 16383 0 0,'0'8'0'0'0,"8"2"0"0"0,10 7 0 0 0,9 9 0 0 0,9 8 0 0 0,5 5 0 0 0,4 4 0 0 0,1 2 0 0 0,2 2 0 0 0,-9 0 0 0 0,-2 0 0 0 0,-8-1 0 0 0,-1-7 0 0 0,-5-3 0 0 0,1-1 0 0 0,4-5 0 0 0,5 0 0 0 0,-3 2 0 0 0,1 11 0 0 0,3 6 0 0 0,4 11 0 0 0,2-6 0 0 0,3-4 0 0 0,-6-3 0 0 0,-2-1 0 0 0,-7-1 0 0 0,-15-9 0 0 0,-18-17 0 0 0,-16-20 0 0 0,-20-18 0 0 0,-18-5 0 0 0,-15-14 0 0 0,6-9 0 0 0,-2-11 0 0 0,-4-12 0 0 0,-4-1 0 0 0,2-4 0 0 0,7 3 0 0 0,8 6 0 0 0,6 6 0 0 0,5 6 0 0 0,3 5 0 0 0,2 10 0 0 0,8 4 0 0 0,11-7 0 0 0,10-12 0 0 0,7-13 0 0 0,6-17 0 0 0,3-18 0 0 0,1-7 0 0 0,1 0 0 0 0,0 2 0 0 0,0 13 0 0 0,-1 13 0 0 0,0 14 0 0 0,-1 10 0 0 0,8 15 0 0 0,10 15 0 0 0,2 19 0 0 0,5 19 0 0 0,6 7 0 0 0,6 9 0 0 0,4 7 0 0 0,3 6 0 0 0,1 4 0 0 0,-6 1 0 0 0,-10 2 0 0 0,-3 0 0 0 0,-5 0 0 0 0,-7-1 0 0 0,-5 1 0 0 0,-4-1 0 0 0,-4-1 0 0 0,-1 1 0 0 0,-1-1 0 0 0,0 0 0 0 0,0 1 0 0 0,-8-9 0 0 0,6-2 0 0 0,11 1 0 0 0,27 1 0 0 0,31 3 0 0 0,19-6 0 0 0,19-1 0 0 0,7-6 0 0 0,-8-7 0 0 0,-13-8 0 0 0,-15-5 0 0 0,-12-4 0 0 0,-9-3 0 0 0,-6-1 0 0 0,-4-1 0 0 0,-1 1 0 0 0,-8-8 0 0 0,-10-10 0 0 0,-9-17 0 0 0,-8-18 0 0 0,-5-15 0 0 0,-3-3 0 0 0,-1-6 0 0 0,-1 4 0 0 0,0 6 0 0 0,1 7 0 0 0,0 6 0 0 0,0 5 0 0 0,1 3 0 0 0,-1 2 0 0 0,-6 8 0 0 0,-11 4 0 0 0,-10 6 0 0 0,-15 9 0 0 0,-16 6 0 0 0,-14 6 0 0 0,-1 4 0 0 0,3 3 0 0 0,7 0 0 0 0,6 0 0 0 0,5 1 0 0 0,5-1 0 0 0,9 8 0 0 0,12 9 0 0 0,11 10 0 0 0,7 8 0 0 0,6 5 0 0 0,4 4 0 0 0,0 1 0 0 0,2 1 0 0 0,-1 1 0 0 0,-1-1 0 0 0,8-1 0 0 0,10-7 0 0 0,9-12 0 0 0,8-9 0 0 0,5-8 0 0 0,-4 2 0 0 0,-1-1 0 0 0,2-3 0 0 0,1-2 0 0 0,3-2 0 0 0,1-3 0 0 0,1 0 0 0 0,1-1 0 0 0,0-1 0 0 0,1 1 0 0 0,0-1 0 0 0,0 1 0 0 0,-8-8 0 0 0,-11-10 0 0 0,-9-10 0 0 0,-8-7 0 0 0,-6-7 0 0 0,-4-2 0 0 0,-1-3 0 0 0,-1 0 0 0 0,0-1 0 0 0,0 1 0 0 0,1 1 0 0 0,0 0 0 0 0,9 8 0 0 0,2 18 0 0 0,7 20 0 0 0,1 18 0 0 0,6 6 0 0 0,-3 6 0 0 0,4-1 0 0 0,5-6 0 0 0,6-7 0 0 0,3-6 0 0 0,4-5 0 0 0,2-3 0 0 0,1-2 0 0 0,-8-17 0 0 0,-17-20 0 0 0,-21-12 0 0 0,-9-13 0 0 0,-12-12 0 0 0,-10 8 0 0 0,-7 6 0 0 0,3 7 0 0 0,7 3 0 0 0,9 4 0 0 0,-1 9 0 0 0,4 3 0 0 0,-4 7 0 0 0,2 1 0 0 0,4-3 0 0 0,4 12 0 0 0,4 15 0 0 0,3 16 0 0 0,10 7 0 0 0,11-2 0 0 0,3 5 0 0 0,5-3 0 0 0,-1 4 0 0 0,2-3 0 0 0,-3 3 0 0 0,2-4 0 0 0,4 4 0 0 0,5 4 0 0 0,4-2 0 0 0,-4 1 0 0 0,-1-3 0 0 0,1-7 0 0 0,11 2 0 0 0,5-2 0 0 0,10 3 0 0 0,1-2 0 0 0,6-5 0 0 0,-1-3 0 0 0,-4-5 0 0 0,-5-3 0 0 0,-4-2 0 0 0,-13-9 0 0 0,-19-11 0 0 0,-30-25 0 0 0,-29-28 0 0 0,-8-18 0 0 0,-4-8 0 0 0,-1-4 0 0 0,0 1 0 0 0,0 17 0 0 0,2 15 0 0 0,1 12 0 0 0,0 8 0 0 0,9 4 0 0 0,11 3 0 0 0,2 8 0 0 0,5 2 0 0 0,6-2 0 0 0,6-1 0 0 0,4-4 0 0 0,2-2 0 0 0,2-3 0 0 0,1 0 0 0 0,0-2 0 0 0,1 0 0 0 0,6 8 0 0 0,11 10 0 0 0,9 10 0 0 0,8 8 0 0 0,5 6 0 0 0,-4 11 0 0 0,-1 4 0 0 0,-6 9 0 0 0,-1 0 0 0 0,3 5 0 0 0,3-2 0 0 0,-4 2 0 0 0,0-2 0 0 0,3 2 0 0 0,3-3 0 0 0,3-5 0 0 0,-5 2 0 0 0,-1-2 0 0 0,2-4 0 0 0,-6 3 0 0 0,0 0 0 0 0,-5 4 0 0 0,1-1 0 0 0,-4 4 0 0 0,2-2 0 0 0,-4 3 0 0 0,4-3 0 0 0,4 4 0 0 0,6-4 0 0 0,5 4 0 0 0,-5 4 0 0 0,0 5 0 0 0,-6-10 0 0 0,-15-18 0 0 0,-18-17 0 0 0,-15-15 0 0 0,-13-2 0 0 0,-8 3 0 0 0,3-2 0 0 0,0 4 0 0 0,-1 5 0 0 0,-1 7 0 0 0,-3 4 0 0 0,0 4 0 0 0,-2 2 0 0 0,0 2 0 0 0,-1 0 0 0 0,1 0 0 0 0,7 8 0 0 0,10 9 0 0 0,10 11 0 0 0,16-1 0 0 0,16 3 0 0 0,13 4 0 0 0,10-4 0 0 0,6-7 0 0 0,-4-1 0 0 0,-1-3 0 0 0,1 2 0 0 0,1 5 0 0 0,10-1 0 0 0,3 1 0 0 0,1-3 0 0 0,-1-6 0 0 0,-2-5 0 0 0,-2-6 0 0 0,-1-4 0 0 0,-2-2 0 0 0,0-1 0 0 0,-16-1 0 0 0,-21-1 0 0 0,-12-6 0 0 0,-13-3 0 0 0,-4-7 0 0 0,-6-1 0 0 0,-7-4 0 0 0,-5-7 0 0 0,-3 3 0 0 0,-4-3 0 0 0,7-3 0 0 0,2 4 0 0 0,-1 6 0 0 0,6 0 0 0 0,8-4 0 0 0,9-5 0 0 0,13 3 0 0 0,16 6 0 0 0,12 7 0 0 0,9 14 0 0 0,7 16 0 0 0,3 12 0 0 0,2 10 0 0 0,1 6 0 0 0,-1 4 0 0 0,-1-6 0 0 0,0-2 0 0 0,-1 1 0 0 0,0-8 0 0 0,-9 0 0 0 0,-9 2 0 0 0,-3-4 0 0 0,-5 0 0 0 0,1-5 0 0 0,6-6 0 0 0,5-14 0 0 0,-3-16 0 0 0,-6-13 0 0 0,-7-10 0 0 0,-6-7 0 0 0,-5-4 0 0 0,-3-2 0 0 0,-2 0 0 0 0,-1 0 0 0 0,-1 0 0 0 0,1 2 0 0 0,0-1 0 0 0,0 1 0 0 0,1 1 0 0 0,-1 0 0 0 0,1-1 0 0 0,-7 9 0 0 0,-4 2 0 0 0,2-1 0 0 0,1-1 0 0 0,-5-10 0 0 0,-1-6 0 0 0,-5 0 0 0 0,0 1 0 0 0,3 1 0 0 0,5 2 0 0 0,-3 1 0 0 0,-1 1 0 0 0,4 17 0 0 0,3 21 0 0 0,3 19 0 0 0,2 16 0 0 0,2 12 0 0 0,9-2 0 0 0,3 2 0 0 0,7-6 0 0 0,1-1 0 0 0,4 3 0 0 0,7-6 0 0 0,-2 1 0 0 0,-6 4 0 0 0,-7 3 0 0 0,2-5 0 0 0,-2 1 0 0 0,5-5 0 0 0,-2 0 0 0 0,4-4 0 0 0,-2-14 0 0 0,4-16 0 0 0,-3-15 0 0 0,-4-11 0 0 0,-6-8 0 0 0,-4-4 0 0 0,-3-3 0 0 0,-3 0 0 0 0,-2-1 0 0 0,1 2 0 0 0,-1-1 0 0 0,0 2 0 0 0,0 0 0 0 0,0 1 0 0 0,9 7 0 0 0,10 11 0 0 0,9 1 0 0 0,9-1 0 0 0,5 3 0 0 0,4 6 0 0 0,2 5 0 0 0,0 6 0 0 0,0 4 0 0 0,0 2 0 0 0,0 1 0 0 0,-1 2 0 0 0,0-1 0 0 0,-1 0 0 0 0,1 0 0 0 0,-1 7 0 0 0,0 10 0 0 0,1 2 0 0 0,-1-2 0 0 0,-8 3 0 0 0,-1-2 0 0 0,-1 4 0 0 0,-5 6 0 0 0,-1-3 0 0 0,-4 3 0 0 0,-8-5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26661 10626 16383 0 0,'-8'0'0'0'0,"-10"0"0"0"0,-10 0 0 0 0,-7 7 0 0 0,-7 4 0 0 0,-2-2 0 0 0,-3 7 0 0 0,0 0 0 0 0,0 5 0 0 0,0-1 0 0 0,0-4 0 0 0,1-5 0 0 0,0 4 0 0 0,0-1 0 0 0,1 5 0 0 0,0-1 0 0 0,-1 5 0 0 0,1-2 0 0 0,0-5 0 0 0,0 3 0 0 0,-1-2 0 0 0,9 4 0 0 0,2-1 0 0 0,-1-5 0 0 0,-1-4 0 0 0,-3 3 0 0 0,-2-1 0 0 0,-2-2 0 0 0,0 5 0 0 0,-2-1 0 0 0,1-3 0 0 0,-1-3 0 0 0,0 5 0 0 0,0-1 0 0 0,1-2 0 0 0,-1-3 0 0 0,1-3 0 0 0,0-2 0 0 0,-1-2 0 0 0,1 7 0 0 0,-1 2 0 0 0,1-1 0 0 0,0-2 0 0 0,-1-2 0 0 0,9 6 0 0 0,2 1 0 0 0,-1-1 0 0 0,-1-4 0 0 0,-3-1 0 0 0,-2-3 0 0 0,-1 6 0 0 0,-2 2 0 0 0,0-2 0 0 0,-1-1 0 0 0,0-3 0 0 0,0-2 0 0 0,1-2 0 0 0,-1 0 0 0 0,0-1 0 0 0,1-1 0 0 0,0 1 0 0 0,-1-1 0 0 0,1 1 0 0 0,0 0 0 0 0,-1 7 0 0 0,1 4 0 0 0,0-2 0 0 0,-1-1 0 0 0,1-2 0 0 0,0-3 0 0 0,-1-1 0 0 0,1-1 0 0 0,-1-1 0 0 0,1 0 0 0 0,0-1 0 0 0,-1 1 0 0 0,1 7 0 0 0,0 3 0 0 0,-1 0 0 0 0,1-2 0 0 0,0-3 0 0 0,-1 6 0 0 0,1 2 0 0 0,0-3 0 0 0,-1 6 0 0 0,1-1 0 0 0,-1-2 0 0 0,1 4 0 0 0,0-1 0 0 0,-1-3 0 0 0,1-3 0 0 0,0-5 0 0 0,-1-1 0 0 0,1 4 0 0 0,0 3 0 0 0,-1 6 0 0 0,-7 0 0 0 0,-2-2 0 0 0,-8-4 0 0 0,-1-4 0 0 0,3 4 0 0 0,5 1 0 0 0,3-2 0 0 0,3 6 0 0 0,3-1 0 0 0,1-3 0 0 0,1-3 0 0 0,1-3 0 0 0,-1-3 0 0 0,1-1 0 0 0,-1 6 0 0 0,0 1 0 0 0,0 1 0 0 0,-1-3 0 0 0,1 6 0 0 0,0 0 0 0 0,-1-2 0 0 0,1-2 0 0 0,-1-4 0 0 0,1 6 0 0 0,0 1 0 0 0,-1-2 0 0 0,1-2 0 0 0,0 4 0 0 0,-9 2 0 0 0,-9-3 0 0 0,-10 5 0 0 0,0-1 0 0 0,-4-2 0 0 0,-3-4 0 0 0,4 5 0 0 0,7-1 0 0 0,7-2 0 0 0,7-3 0 0 0,5-2 0 0 0,4-4 0 0 0,1 0 0 0 0,1-2 0 0 0,0-1 0 0 0,0 1 0 0 0,0 7 0 0 0,-1 3 0 0 0,0-1 0 0 0,0-1 0 0 0,0-3 0 0 0,-1-1 0 0 0,1-3 0 0 0,-1 0 0 0 0,1-1 0 0 0,0 0 0 0 0,-1 0 0 0 0,1-1 0 0 0,-1 1 0 0 0,1 0 0 0 0,0-1 0 0 0,-1 1 0 0 0,1 0 0 0 0,0 8 0 0 0,-1 2 0 0 0,1 0 0 0 0,0-2 0 0 0,-1-2 0 0 0,1-3 0 0 0,-1-1 0 0 0,1-1 0 0 0,0-1 0 0 0,-1-1 0 0 0,1 1 0 0 0,0 0 0 0 0,-1-1 0 0 0,1 1 0 0 0,0 0 0 0 0,-1 0 0 0 0,16 0 0 0 0,21 0 0 0 0,11-8 0 0 0,14-2 0 0 0,11 0 0 0 0,2-6 0 0 0,3 1 0 0 0,-4-6 0 0 0,-6-7 0 0 0,0 1 0 0 0,-3-1 0 0 0,2 2 0 0 0,7 7 0 0 0,-3-1 0 0 0,2 2 0 0 0,-2-3 0 0 0,1 2 0 0 0,-4-4 0 0 0,-5-5 0 0 0,2 2 0 0 0,-2-3 0 0 0,-4 12 0 0 0,-4 16 0 0 0,-12 17 0 0 0,-5 12 0 0 0,-9 10 0 0 0,-1 6 0 0 0,2 3 0 0 0,-4-7 0 0 0,2-1 0 0 0,-5-9 0 0 0,3 0 0 0 0,-4-7 0 0 0,-5 2 0 0 0,2 3 0 0 0,-2 5 0 0 0,-3-2 0 0 0,3 0 0 0 0,7 3 0 0 0,-1-5 0 0 0,4 1 0 0 0,-3-4 0 0 0,-5-8 0 0 0,-6-6 0 0 0,2 3 0 0 0,0-2 0 0 0,4 5 0 0 0,15-1 0 0 0,17-3 0 0 0,16 4 0 0 0,11-1 0 0 0,9-4 0 0 0,4-4 0 0 0,3-3 0 0 0,1 5 0 0 0,-1 0 0 0 0,0-1 0 0 0,-1-3 0 0 0,0-2 0 0 0,-2-2 0 0 0,1-2 0 0 0,-1-1 0 0 0,-7 0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17388 11000 16383 0 0,'8'0'0'0'0,"2"8"0"0"0,8 10 0 0 0,0 10 0 0 0,5 7 0 0 0,-1 7 0 0 0,3 2 0 0 0,-3 3 0 0 0,3 0 0 0 0,-3 1 0 0 0,-5-1 0 0 0,2-1 0 0 0,-2 0 0 0 0,4 0 0 0 0,-2 0 0 0 0,3-1 0 0 0,-1 0 0 0 0,-5 1 0 0 0,-5-1 0 0 0,-4 0 0 0 0,4 1 0 0 0,1-1 0 0 0,5 0 0 0 0,0 1 0 0 0,-2-1 0 0 0,-5 0 0 0 0,5 1 0 0 0,-1-1 0 0 0,-3 0 0 0 0,-3-15 0 0 0,-3-20 0 0 0,-2-20 0 0 0,6-24 0 0 0,1-21 0 0 0,-1-17 0 0 0,-1-4 0 0 0,-3 4 0 0 0,-2-2 0 0 0,-2 4 0 0 0,0 6 0 0 0,6-9 0 0 0,3 1 0 0 0,0-4 0 0 0,-3-4 0 0 0,6-4 0 0 0,1-2 0 0 0,-3-4 0 0 0,-2 8 0 0 0,-4 9 0 0 0,-2 9 0 0 0,-1 8 0 0 0,-2 21 0 0 0,0 25 0 0 0,-1 21 0 0 0,1 16 0 0 0,-1 12 0 0 0,1 7 0 0 0,0 3 0 0 0,-1 1 0 0 0,1 0 0 0 0,0-1 0 0 0,0-1 0 0 0,0-1 0 0 0,0-1 0 0 0,0 0 0 0 0,0-1 0 0 0,0 0 0 0 0,0 0 0 0 0,8-7 0 0 0,10-11 0 0 0,18-2 0 0 0,17-5 0 0 0,8-6 0 0 0,10 2 0 0 0,-1-1 0 0 0,-4-4 0 0 0,-5-3 0 0 0,-6-3 0 0 0,-4-3 0 0 0,-4-1 0 0 0,-1-2 0 0 0,-1 1 0 0 0,-1-1 0 0 0,-7-7 0 0 0,-11-3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18201 11774 16383 0 0,'8'0'0'0'0,"2"8"0"0"0,8 2 0 0 0,8 0 0 0 0,-1-10 0 0 0,-3-12 0 0 0,-7-12 0 0 0,-5-10 0 0 0,-5-7 0 0 0,-3-3 0 0 0,-9 5 0 0 0,-4 1 0 0 0,-8 8 0 0 0,0 1 0 0 0,-5 5 0 0 0,2-1 0 0 0,-4 4 0 0 0,4-2 0 0 0,-3 3 0 0 0,-5 4 0 0 0,3-2 0 0 0,6-6 0 0 0,-1 1 0 0 0,-5-3 0 0 0,-5-5 0 0 0,2 10 0 0 0,7 17 0 0 0,15 17 0 0 0,9 13 0 0 0,4 11 0 0 0,8 6 0 0 0,11 4 0 0 0,9 1 0 0 0,-2 1 0 0 0,2-1 0 0 0,3-8 0 0 0,-5-4 0 0 0,-7 1 0 0 0,-8 1 0 0 0,1-6 0 0 0,-3-1 0 0 0,-3 3 0 0 0,4-5 0 0 0,0 0 0 0 0,-4 4 0 0 0,-2 3 0 0 0,4-5 0 0 0,0 1 0 0 0,-2 2 0 0 0,4-4 0 0 0,9-8 0 0 0,6-7 0 0 0,7-6 0 0 0,4-5 0 0 0,4-3 0 0 0,-7-10 0 0 0,-9-10 0 0 0,-10-10 0 0 0,0 0 0 0 0,-4-3 0 0 0,-4-4 0 0 0,-4-3 0 0 0,-3-3 0 0 0,-2-2 0 0 0,-2-1 0 0 0,-1-1 0 0 0,0 0 0 0 0,1 0 0 0 0,-1 0 0 0 0,0 0 0 0 0,1 1 0 0 0,0-8 0 0 0,0-3 0 0 0,0-7 0 0 0,0-16 0 0 0,0-10 0 0 0,0 3 0 0 0,0 7 0 0 0,0 3 0 0 0,0 6 0 0 0,0 7 0 0 0,0 7 0 0 0,-8 5 0 0 0,-2 4 0 0 0,0 1 0 0 0,2 2 0 0 0,-5 8 0 0 0,-8 10 0 0 0,-1 17 0 0 0,3 18 0 0 0,6 15 0 0 0,4 11 0 0 0,4 8 0 0 0,3 3 0 0 0,2 3 0 0 0,0 0 0 0 0,1-1 0 0 0,0 0 0 0 0,0-1 0 0 0,-1-1 0 0 0,1 0 0 0 0,-1 0 0 0 0,0-1 0 0 0,0 0 0 0 0,0 0 0 0 0,0 1 0 0 0,0-1 0 0 0,0 0 0 0 0,8-7 0 0 0,2-3 0 0 0,7-7 0 0 0,2-1 0 0 0,4 3 0 0 0,-2 4 0 0 0,4-4 0 0 0,5-7 0 0 0,-2 1 0 0 0,1 3 0 0 0,4-2 0 0 0,-4 1 0 0 0,1-2 0 0 0,3-7 0 0 0,-4 3 0 0 0,1-3 0 0 0,2 4 0 0 0,5-2 0 0 0,3-4 0 0 0,2-5 0 0 0,2-4 0 0 0,1-3 0 0 0,1-2 0 0 0,0-1 0 0 0,0 0 0 0 0,0-1 0 0 0,0 0 0 0 0,0 0 0 0 0,-9-7 0 0 0,-1-10 0 0 0,-1-10 0 0 0,3-8 0 0 0,1-20 0 0 0,3-25 0 0 0,-6-6 0 0 0,-9-3 0 0 0,-10-2 0 0 0,-7 7 0 0 0,-5 2 0 0 0,-4 8 0 0 0,-2 9 0 0 0,-1 8 0 0 0,0 5 0 0 0,-7 6 0 0 0,-2-6 0 0 0,-8-2 0 0 0,-7 10 0 0 0,0-4 0 0 0,-3-2 0 0 0,-4-6 0 0 0,3-2 0 0 0,7 1 0 0 0,0 11 0 0 0,3 5 0 0 0,6 3 0 0 0,-3 7 0 0 0,2 2 0 0 0,2-1 0 0 0,-3 3 0 0 0,1 0 0 0 0,-5 4 0 0 0,-7 7 0 0 0,2-3 0 0 0,-3 4 0 0 0,-5 3 0 0 0,4 12 0 0 0,6 14 0 0 0,8 13 0 0 0,6 9 0 0 0,4 6 0 0 0,4 5 0 0 0,9 9 0 0 0,11 11 0 0 0,10 10 0 0 0,8-9 0 0 0,-2-7 0 0 0,0 1 0 0 0,2 6 0 0 0,-5-1 0 0 0,-8-4 0 0 0,-1-12 0 0 0,-3-8 0 0 0,1-2 0 0 0,-2-1 0 0 0,4 1 0 0 0,-3 1 0 0 0,3 2 0 0 0,-2 1 0 0 0,3-8 0 0 0,5-1 0 0 0,-2 1 0 0 0,1-6 0 0 0,5 0 0 0 0,4-6 0 0 0,3 2 0 0 0,2-4 0 0 0,-5 1 0 0 0,-1-2 0 0 0,0 3 0 0 0,2-4 0 0 0,3-4 0 0 0,1 3 0 0 0,2-3 0 0 0,1-3 0 0 0,-7 4 0 0 0,-3-2 0 0 0,1-2 0 0 0,-6-4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17748 10343 16383 0 0,'0'7'0'0'0,"0"11"0"0"0,0 10 0 0 0,0 8 0 0 0,0 5 0 0 0,8-4 0 0 0,10-8 0 0 0,10-10 0 0 0,7-7 0 0 0,7-6 0 0 0,2-4 0 0 0,3-3 0 0 0,0 0 0 0 0,0-1 0 0 0,1 0 0 0 0,-2 1 0 0 0,0 0 0 0 0,0 1 0 0 0,0-1 0 0 0,-9-7 0 0 0,-2-2 0 0 0,-7-7 0 0 0,-1-1 0 0 0,-5-5 0 0 0,-6-7 0 0 0,-6-5 0 0 0,-4-5 0 0 0,-4-3 0 0 0,-9-2 0 0 0,-12 7 0 0 0,-10 9 0 0 0,-8 10 0 0 0,-5 9 0 0 0,4-3 0 0 0,1 2 0 0 0,0 2 0 0 0,-3 3 0 0 0,-1 2 0 0 0,-2 2 0 0 0,-2 2 0 0 0,0 0 0 0 0,0 0 0 0 0,-1 1 0 0 0,8 7 0 0 0,11 11 0 0 0,9 9 0 0 0,8 7 0 0 0,6 7 0 0 0,3 2 0 0 0,2 3 0 0 0,1-7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23061 9843 16383 0 0,'8'0'0'0'0,"2"7"0"0"0,0 11 0 0 0,-2 10 0 0 0,5 0 0 0 0,8-5 0 0 0,1 2 0 0 0,4-4 0 0 0,-2 3 0 0 0,-5 4 0 0 0,-6 6 0 0 0,-6 4 0 0 0,-3 4 0 0 0,5-5 0 0 0,1-10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23146 9970 16383 0 0,'0'7'0'0'0,"0"11"0"0"0,0 10 0 0 0,0 8 0 0 0,0 5 0 0 0,0-4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23294 9673 16383 0 0,'8'0'0'0'0,"2"8"0"0"0,7 2 0 0 0,9 0 0 0 0,0 6 0 0 0,3-1 0 0 0,4-1 0 0 0,-3 3 0 0 0,1 0 0 0 0,2 4 0 0 0,-3 6 0 0 0,0-1 0 0 0,-5 2 0 0 0,-6 5 0 0 0,0-4 0 0 0,-2 1 0 0 0,-4 4 0 0 0,-5 3 0 0 0,5 3 0 0 0,-1 2 0 0 0,-1 3 0 0 0,-4 0 0 0 0,-2 1 0 0 0,-2 0 0 0 0,-2 0 0 0 0,7-8 0 0 0,2-2 0 0 0,-1-1 0 0 0,-2 3 0 0 0,-2-6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21410 10816 16383 0 0,'0'8'0'0'0,"0"10"0"0"0,0 10 0 0 0,0 7 0 0 0,0 6 0 0 0,0 4 0 0 0,0 2 0 0 0,0 0 0 0 0,0 0 0 0 0,0 0 0 0 0,0 0 0 0 0,0-1 0 0 0,0 0 0 0 0,0-1 0 0 0,0 1 0 0 0,0-1 0 0 0,8-7 0 0 0,10-11 0 0 0,10-9 0 0 0,7-9 0 0 0,6-5 0 0 0,-4 5 0 0 0,0 0 0 0 0,0-1 0 0 0,3-3 0 0 0,1-1 0 0 0,2-1 0 0 0,-6-2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21982 11852 16383 0 0,'0'8'0'0'0,"7"2"0"0"0,4 8 0 0 0,6 0 0 0 0,9 5 0 0 0,0 6 0 0 0,2-1 0 0 0,6 2 0 0 0,3-5 0 0 0,-3 2 0 0 0,-1-4 0 0 0,2 2 0 0 0,3-3 0 0 0,-5 2 0 0 0,-1-3 0 0 0,3-5 0 0 0,2 2 0 0 0,3-1 0 0 0,-5 4 0 0 0,-1-2 0 0 0,1-4 0 0 0,-5 3 0 0 0,0-2 0 0 0,3 5 0 0 0,3-2 0 0 0,3-3 0 0 0,-4 2 0 0 0,-2-1 0 0 0,3-4 0 0 0,1-4 0 0 0,4-3 0 0 0,1-3 0 0 0,2-2 0 0 0,2-2 0 0 0,-1 1 0 0 0,1-1 0 0 0,0 0 0 0 0,0 1 0 0 0,-1-1 0 0 0,1 1 0 0 0,-1 0 0 0 0,1 0 0 0 0,-1 0 0 0 0,0 0 0 0 0,1 0 0 0 0,-1 0 0 0 0,0 0 0 0 0,-7-8 0 0 0,-3-10 0 0 0,1-2 0 0 0,-6-5 0 0 0,-1-7 0 0 0,-5-4 0 0 0,-6-5 0 0 0,1 5 0 0 0,-2 0 0 0 0,-5 0 0 0 0,4-3 0 0 0,-1-2 0 0 0,-3-1 0 0 0,-4-3 0 0 0,-2 0 0 0 0,-4 0 0 0 0,-1-1 0 0 0,-1 0 0 0 0,0 1 0 0 0,7-1 0 0 0,2 0 0 0 0,1 1 0 0 0,-3-1 0 0 0,-1 1 0 0 0,-3 0 0 0 0,-1-1 0 0 0,-2 1 0 0 0,1 0 0 0 0,-2-1 0 0 0,1 1 0 0 0,-1 0 0 0 0,1-1 0 0 0,0 1 0 0 0,0 0 0 0 0,0-1 0 0 0,0 1 0 0 0,0 0 0 0 0,0-1 0 0 0,0 1 0 0 0,0-1 0 0 0,0 1 0 0 0,0 0 0 0 0,0-1 0 0 0,0 1 0 0 0,0 0 0 0 0,0-1 0 0 0,-8 9 0 0 0,-2 2 0 0 0,-8 7 0 0 0,0 1 0 0 0,3-3 0 0 0,-4-4 0 0 0,1-4 0 0 0,-4 4 0 0 0,2 1 0 0 0,4-2 0 0 0,-2 5 0 0 0,-7 7 0 0 0,2 1 0 0 0,-4 3 0 0 0,3-3 0 0 0,6 3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23232 11178 16383 0 0,'-7'0'0'0'0,"-11"8"0"0"0,-10 10 0 0 0,0 9 0 0 0,-3 1 0 0 0,-4-4 0 0 0,4 0 0 0 0,0-2 0 0 0,4 1 0 0 0,0-2 0 0 0,5 2 0 0 0,-3-2 0 0 0,4 3 0 0 0,-3-3 0 0 0,3 3 0 0 0,6 5 0 0 0,4 5 0 0 0,-3 5 0 0 0,-7-4 0 0 0,0-1 0 0 0,-4 2 0 0 0,2 2 0 0 0,-3-5 0 0 0,4 0 0 0 0,5 1 0 0 0,-3-4 0 0 0,3 0 0 0 0,4 2 0 0 0,4 4 0 0 0,4 4 0 0 0,2 2 0 0 0,3 2 0 0 0,0 1 0 0 0,1 1 0 0 0,7-8 0 0 0,11-2 0 0 0,9-8 0 0 0,8 0 0 0 0,6 2 0 0 0,3-3 0 0 0,1-7 0 0 0,2 1 0 0 0,-1-3 0 0 0,0-5 0 0 0,-1-4 0 0 0,0-4 0 0 0,0-2 0 0 0,0-3 0 0 0,-1 0 0 0 0,0-1 0 0 0,1 8 0 0 0,-1 2 0 0 0,0 0 0 0 0,1-1 0 0 0,-1-3 0 0 0,0-1 0 0 0,1-3 0 0 0,-1 0 0 0 0,0-1 0 0 0,1 0 0 0 0,-1 0 0 0 0,0-1 0 0 0,1 1 0 0 0,-1-8 0 0 0,0-18 0 0 0,-7-12 0 0 0,-10-15 0 0 0,-11-14 0 0 0,-7-11 0 0 0,-6 0 0 0 0,-3-3 0 0 0,-3 6 0 0 0,0 7 0 0 0,0 8 0 0 0,1 6 0 0 0,0 5 0 0 0,0 3 0 0 0,0 1 0 0 0,1 1 0 0 0,0 0 0 0 0,0 0 0 0 0,0 0 0 0 0,-7-1 0 0 0,-11 8 0 0 0,-10 2 0 0 0,-8 7 0 0 0,-5 9 0 0 0,4-1 0 0 0,1 3 0 0 0,-2 5 0 0 0,-1-3 0 0 0,-3 0 0 0 0,-1-4 0 0 0,-1 0 0 0 0,-1 4 0 0 0,0 5 0 0 0,-1 3 0 0 0,0 4 0 0 0,0 1 0 0 0,1 2 0 0 0,-1 1 0 0 0,1 0 0 0 0,7 0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22553 11524 16383 0 0,'8'0'0'0'0,"10"0"0"0"0,17 0 0 0 0,11 0 0 0 0,5 0 0 0 0,2 0 0 0 0,-1 0 0 0 0,-1 0 0 0 0,-2 0 0 0 0,-1 0 0 0 0,-2 0 0 0 0,0 0 0 0 0,-1 0 0 0 0,1 0 0 0 0,-1 0 0 0 0,0 0 0 0 0,0 0 0 0 0,0 0 0 0 0,0 0 0 0 0,1 0 0 0 0,-1 0 0 0 0,0 0 0 0 0,1 0 0 0 0,-1 0 0 0 0,0 0 0 0 0,1 0 0 0 0,-1 0 0 0 0,0 0 0 0 0,1 0 0 0 0,-1 0 0 0 0,-7-7 0 0 0,-11-4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10022 2625 16383 0 0,'0'0'0'0'0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10022 2625 16383 0 0,'0'0'0'0'0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10022 2625 16383 0 0,'0'0'0'0'0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13282 614 16383 0 0,'0'0'0'0'0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10636 2836 16383 0 0,'0'0'0'0'0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10636 2836 16383 0 0,'0'0'0'0'0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10636 2836 16383 0 0,'0'0'0'0'0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7T09:53:27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5556 889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sv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7.sv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 /><Relationship Id="rId13" Type="http://schemas.openxmlformats.org/officeDocument/2006/relationships/customXml" Target="../ink/ink10.xml" /><Relationship Id="rId18" Type="http://schemas.openxmlformats.org/officeDocument/2006/relationships/customXml" Target="../ink/ink15.xml" /><Relationship Id="rId3" Type="http://schemas.openxmlformats.org/officeDocument/2006/relationships/customXml" Target="../ink/ink1.xml" /><Relationship Id="rId7" Type="http://schemas.openxmlformats.org/officeDocument/2006/relationships/customXml" Target="../ink/ink4.xml" /><Relationship Id="rId12" Type="http://schemas.openxmlformats.org/officeDocument/2006/relationships/customXml" Target="../ink/ink9.xml" /><Relationship Id="rId17" Type="http://schemas.openxmlformats.org/officeDocument/2006/relationships/customXml" Target="../ink/ink14.xml" /><Relationship Id="rId2" Type="http://schemas.openxmlformats.org/officeDocument/2006/relationships/image" Target="../media/image8.png" /><Relationship Id="rId16" Type="http://schemas.openxmlformats.org/officeDocument/2006/relationships/customXml" Target="../ink/ink13.xml" /><Relationship Id="rId1" Type="http://schemas.openxmlformats.org/officeDocument/2006/relationships/slideLayout" Target="../slideLayouts/slideLayout4.xml" /><Relationship Id="rId6" Type="http://schemas.openxmlformats.org/officeDocument/2006/relationships/customXml" Target="../ink/ink3.xml" /><Relationship Id="rId11" Type="http://schemas.openxmlformats.org/officeDocument/2006/relationships/customXml" Target="../ink/ink8.xml" /><Relationship Id="rId5" Type="http://schemas.openxmlformats.org/officeDocument/2006/relationships/customXml" Target="../ink/ink2.xml" /><Relationship Id="rId15" Type="http://schemas.openxmlformats.org/officeDocument/2006/relationships/customXml" Target="../ink/ink12.xml" /><Relationship Id="rId10" Type="http://schemas.openxmlformats.org/officeDocument/2006/relationships/customXml" Target="../ink/ink7.xml" /><Relationship Id="rId19" Type="http://schemas.openxmlformats.org/officeDocument/2006/relationships/customXml" Target="../ink/ink16.xml" /><Relationship Id="rId4" Type="http://schemas.openxmlformats.org/officeDocument/2006/relationships/image" Target="../media/image12.png" /><Relationship Id="rId9" Type="http://schemas.openxmlformats.org/officeDocument/2006/relationships/customXml" Target="../ink/ink6.xml" /><Relationship Id="rId14" Type="http://schemas.openxmlformats.org/officeDocument/2006/relationships/customXml" Target="../ink/ink11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 /><Relationship Id="rId18" Type="http://schemas.openxmlformats.org/officeDocument/2006/relationships/customXml" Target="../ink/ink25.xml" /><Relationship Id="rId26" Type="http://schemas.openxmlformats.org/officeDocument/2006/relationships/customXml" Target="../ink/ink29.xml" /><Relationship Id="rId39" Type="http://schemas.openxmlformats.org/officeDocument/2006/relationships/image" Target="../media/image31.png" /><Relationship Id="rId21" Type="http://schemas.openxmlformats.org/officeDocument/2006/relationships/image" Target="../media/image22.png" /><Relationship Id="rId34" Type="http://schemas.openxmlformats.org/officeDocument/2006/relationships/customXml" Target="../ink/ink33.xml" /><Relationship Id="rId42" Type="http://schemas.openxmlformats.org/officeDocument/2006/relationships/customXml" Target="../ink/ink37.xml" /><Relationship Id="rId47" Type="http://schemas.openxmlformats.org/officeDocument/2006/relationships/image" Target="../media/image34.png" /><Relationship Id="rId50" Type="http://schemas.openxmlformats.org/officeDocument/2006/relationships/customXml" Target="../ink/ink41.xml" /><Relationship Id="rId55" Type="http://schemas.openxmlformats.org/officeDocument/2006/relationships/image" Target="../media/image38.png" /><Relationship Id="rId63" Type="http://schemas.openxmlformats.org/officeDocument/2006/relationships/image" Target="../media/image42.png" /><Relationship Id="rId68" Type="http://schemas.openxmlformats.org/officeDocument/2006/relationships/customXml" Target="../ink/ink50.xml" /><Relationship Id="rId76" Type="http://schemas.openxmlformats.org/officeDocument/2006/relationships/image" Target="../media/image48.png" /><Relationship Id="rId7" Type="http://schemas.openxmlformats.org/officeDocument/2006/relationships/image" Target="../media/image15.png" /><Relationship Id="rId71" Type="http://schemas.openxmlformats.org/officeDocument/2006/relationships/image" Target="../media/image46.png" /><Relationship Id="rId2" Type="http://schemas.openxmlformats.org/officeDocument/2006/relationships/customXml" Target="../ink/ink17.xml" /><Relationship Id="rId16" Type="http://schemas.openxmlformats.org/officeDocument/2006/relationships/customXml" Target="../ink/ink24.xml" /><Relationship Id="rId29" Type="http://schemas.openxmlformats.org/officeDocument/2006/relationships/image" Target="../media/image26.png" /><Relationship Id="rId11" Type="http://schemas.openxmlformats.org/officeDocument/2006/relationships/image" Target="../media/image17.png" /><Relationship Id="rId24" Type="http://schemas.openxmlformats.org/officeDocument/2006/relationships/customXml" Target="../ink/ink28.xml" /><Relationship Id="rId32" Type="http://schemas.openxmlformats.org/officeDocument/2006/relationships/customXml" Target="../ink/ink32.xml" /><Relationship Id="rId37" Type="http://schemas.openxmlformats.org/officeDocument/2006/relationships/image" Target="../media/image30.png" /><Relationship Id="rId40" Type="http://schemas.openxmlformats.org/officeDocument/2006/relationships/customXml" Target="../ink/ink36.xml" /><Relationship Id="rId45" Type="http://schemas.openxmlformats.org/officeDocument/2006/relationships/image" Target="../media/image33.png" /><Relationship Id="rId53" Type="http://schemas.openxmlformats.org/officeDocument/2006/relationships/image" Target="../media/image37.png" /><Relationship Id="rId58" Type="http://schemas.openxmlformats.org/officeDocument/2006/relationships/customXml" Target="../ink/ink45.xml" /><Relationship Id="rId66" Type="http://schemas.openxmlformats.org/officeDocument/2006/relationships/customXml" Target="../ink/ink49.xml" /><Relationship Id="rId74" Type="http://schemas.openxmlformats.org/officeDocument/2006/relationships/image" Target="../media/image47.png" /><Relationship Id="rId79" Type="http://schemas.openxmlformats.org/officeDocument/2006/relationships/customXml" Target="../ink/ink56.xml" /><Relationship Id="rId5" Type="http://schemas.openxmlformats.org/officeDocument/2006/relationships/image" Target="../media/image14.png" /><Relationship Id="rId61" Type="http://schemas.openxmlformats.org/officeDocument/2006/relationships/image" Target="../media/image41.png" /><Relationship Id="rId82" Type="http://schemas.openxmlformats.org/officeDocument/2006/relationships/customXml" Target="../ink/ink58.xml" /><Relationship Id="rId10" Type="http://schemas.openxmlformats.org/officeDocument/2006/relationships/customXml" Target="../ink/ink21.xml" /><Relationship Id="rId19" Type="http://schemas.openxmlformats.org/officeDocument/2006/relationships/image" Target="../media/image21.png" /><Relationship Id="rId31" Type="http://schemas.openxmlformats.org/officeDocument/2006/relationships/image" Target="../media/image27.png" /><Relationship Id="rId44" Type="http://schemas.openxmlformats.org/officeDocument/2006/relationships/customXml" Target="../ink/ink38.xml" /><Relationship Id="rId52" Type="http://schemas.openxmlformats.org/officeDocument/2006/relationships/customXml" Target="../ink/ink42.xml" /><Relationship Id="rId60" Type="http://schemas.openxmlformats.org/officeDocument/2006/relationships/customXml" Target="../ink/ink46.xml" /><Relationship Id="rId65" Type="http://schemas.openxmlformats.org/officeDocument/2006/relationships/image" Target="../media/image43.png" /><Relationship Id="rId73" Type="http://schemas.openxmlformats.org/officeDocument/2006/relationships/customXml" Target="../ink/ink53.xml" /><Relationship Id="rId78" Type="http://schemas.openxmlformats.org/officeDocument/2006/relationships/image" Target="../media/image49.png" /><Relationship Id="rId81" Type="http://schemas.openxmlformats.org/officeDocument/2006/relationships/customXml" Target="../ink/ink57.xml" /><Relationship Id="rId4" Type="http://schemas.openxmlformats.org/officeDocument/2006/relationships/customXml" Target="../ink/ink18.xml" /><Relationship Id="rId9" Type="http://schemas.openxmlformats.org/officeDocument/2006/relationships/image" Target="../media/image16.png" /><Relationship Id="rId14" Type="http://schemas.openxmlformats.org/officeDocument/2006/relationships/customXml" Target="../ink/ink23.xml" /><Relationship Id="rId22" Type="http://schemas.openxmlformats.org/officeDocument/2006/relationships/customXml" Target="../ink/ink27.xml" /><Relationship Id="rId27" Type="http://schemas.openxmlformats.org/officeDocument/2006/relationships/image" Target="../media/image25.png" /><Relationship Id="rId30" Type="http://schemas.openxmlformats.org/officeDocument/2006/relationships/customXml" Target="../ink/ink31.xml" /><Relationship Id="rId35" Type="http://schemas.openxmlformats.org/officeDocument/2006/relationships/image" Target="../media/image29.png" /><Relationship Id="rId43" Type="http://schemas.openxmlformats.org/officeDocument/2006/relationships/image" Target="../media/image12.png" /><Relationship Id="rId48" Type="http://schemas.openxmlformats.org/officeDocument/2006/relationships/customXml" Target="../ink/ink40.xml" /><Relationship Id="rId56" Type="http://schemas.openxmlformats.org/officeDocument/2006/relationships/customXml" Target="../ink/ink44.xml" /><Relationship Id="rId64" Type="http://schemas.openxmlformats.org/officeDocument/2006/relationships/customXml" Target="../ink/ink48.xml" /><Relationship Id="rId69" Type="http://schemas.openxmlformats.org/officeDocument/2006/relationships/image" Target="../media/image45.png" /><Relationship Id="rId77" Type="http://schemas.openxmlformats.org/officeDocument/2006/relationships/customXml" Target="../ink/ink55.xml" /><Relationship Id="rId8" Type="http://schemas.openxmlformats.org/officeDocument/2006/relationships/customXml" Target="../ink/ink20.xml" /><Relationship Id="rId51" Type="http://schemas.openxmlformats.org/officeDocument/2006/relationships/image" Target="../media/image36.png" /><Relationship Id="rId72" Type="http://schemas.openxmlformats.org/officeDocument/2006/relationships/customXml" Target="../ink/ink52.xml" /><Relationship Id="rId80" Type="http://schemas.openxmlformats.org/officeDocument/2006/relationships/image" Target="../media/image50.png" /><Relationship Id="rId3" Type="http://schemas.openxmlformats.org/officeDocument/2006/relationships/image" Target="../media/image13.png" /><Relationship Id="rId12" Type="http://schemas.openxmlformats.org/officeDocument/2006/relationships/customXml" Target="../ink/ink22.xml" /><Relationship Id="rId17" Type="http://schemas.openxmlformats.org/officeDocument/2006/relationships/image" Target="../media/image20.png" /><Relationship Id="rId25" Type="http://schemas.openxmlformats.org/officeDocument/2006/relationships/image" Target="../media/image24.png" /><Relationship Id="rId33" Type="http://schemas.openxmlformats.org/officeDocument/2006/relationships/image" Target="../media/image28.png" /><Relationship Id="rId38" Type="http://schemas.openxmlformats.org/officeDocument/2006/relationships/customXml" Target="../ink/ink35.xml" /><Relationship Id="rId46" Type="http://schemas.openxmlformats.org/officeDocument/2006/relationships/customXml" Target="../ink/ink39.xml" /><Relationship Id="rId59" Type="http://schemas.openxmlformats.org/officeDocument/2006/relationships/image" Target="../media/image40.png" /><Relationship Id="rId67" Type="http://schemas.openxmlformats.org/officeDocument/2006/relationships/image" Target="../media/image44.png" /><Relationship Id="rId20" Type="http://schemas.openxmlformats.org/officeDocument/2006/relationships/customXml" Target="../ink/ink26.xml" /><Relationship Id="rId41" Type="http://schemas.openxmlformats.org/officeDocument/2006/relationships/image" Target="../media/image32.png" /><Relationship Id="rId54" Type="http://schemas.openxmlformats.org/officeDocument/2006/relationships/customXml" Target="../ink/ink43.xml" /><Relationship Id="rId62" Type="http://schemas.openxmlformats.org/officeDocument/2006/relationships/customXml" Target="../ink/ink47.xml" /><Relationship Id="rId70" Type="http://schemas.openxmlformats.org/officeDocument/2006/relationships/customXml" Target="../ink/ink51.xml" /><Relationship Id="rId75" Type="http://schemas.openxmlformats.org/officeDocument/2006/relationships/customXml" Target="../ink/ink54.xml" /><Relationship Id="rId1" Type="http://schemas.openxmlformats.org/officeDocument/2006/relationships/slideLayout" Target="../slideLayouts/slideLayout4.xml" /><Relationship Id="rId6" Type="http://schemas.openxmlformats.org/officeDocument/2006/relationships/customXml" Target="../ink/ink19.xml" /><Relationship Id="rId15" Type="http://schemas.openxmlformats.org/officeDocument/2006/relationships/image" Target="../media/image19.png" /><Relationship Id="rId23" Type="http://schemas.openxmlformats.org/officeDocument/2006/relationships/image" Target="../media/image23.png" /><Relationship Id="rId28" Type="http://schemas.openxmlformats.org/officeDocument/2006/relationships/customXml" Target="../ink/ink30.xml" /><Relationship Id="rId36" Type="http://schemas.openxmlformats.org/officeDocument/2006/relationships/customXml" Target="../ink/ink34.xml" /><Relationship Id="rId49" Type="http://schemas.openxmlformats.org/officeDocument/2006/relationships/image" Target="../media/image35.png" /><Relationship Id="rId57" Type="http://schemas.openxmlformats.org/officeDocument/2006/relationships/image" Target="../media/image39.png" 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5.xml" /><Relationship Id="rId18" Type="http://schemas.openxmlformats.org/officeDocument/2006/relationships/image" Target="../media/image57.png" /><Relationship Id="rId26" Type="http://schemas.openxmlformats.org/officeDocument/2006/relationships/image" Target="../media/image61.png" /><Relationship Id="rId39" Type="http://schemas.openxmlformats.org/officeDocument/2006/relationships/customXml" Target="../ink/ink78.xml" /><Relationship Id="rId21" Type="http://schemas.openxmlformats.org/officeDocument/2006/relationships/customXml" Target="../ink/ink69.xml" /><Relationship Id="rId34" Type="http://schemas.openxmlformats.org/officeDocument/2006/relationships/image" Target="../media/image65.png" /><Relationship Id="rId42" Type="http://schemas.openxmlformats.org/officeDocument/2006/relationships/image" Target="../media/image69.png" /><Relationship Id="rId47" Type="http://schemas.openxmlformats.org/officeDocument/2006/relationships/customXml" Target="../ink/ink82.xml" /><Relationship Id="rId50" Type="http://schemas.openxmlformats.org/officeDocument/2006/relationships/image" Target="../media/image73.png" /><Relationship Id="rId55" Type="http://schemas.openxmlformats.org/officeDocument/2006/relationships/customXml" Target="../ink/ink86.xml" /><Relationship Id="rId63" Type="http://schemas.openxmlformats.org/officeDocument/2006/relationships/customXml" Target="../ink/ink90.xml" /><Relationship Id="rId7" Type="http://schemas.openxmlformats.org/officeDocument/2006/relationships/image" Target="../media/image52.png" /><Relationship Id="rId2" Type="http://schemas.openxmlformats.org/officeDocument/2006/relationships/customXml" Target="../ink/ink59.xml" /><Relationship Id="rId16" Type="http://schemas.openxmlformats.org/officeDocument/2006/relationships/image" Target="../media/image56.png" /><Relationship Id="rId20" Type="http://schemas.openxmlformats.org/officeDocument/2006/relationships/image" Target="../media/image58.png" /><Relationship Id="rId29" Type="http://schemas.openxmlformats.org/officeDocument/2006/relationships/customXml" Target="../ink/ink73.xml" /><Relationship Id="rId41" Type="http://schemas.openxmlformats.org/officeDocument/2006/relationships/customXml" Target="../ink/ink79.xml" /><Relationship Id="rId54" Type="http://schemas.openxmlformats.org/officeDocument/2006/relationships/image" Target="../media/image75.png" /><Relationship Id="rId62" Type="http://schemas.openxmlformats.org/officeDocument/2006/relationships/image" Target="../media/image79.png" /><Relationship Id="rId1" Type="http://schemas.openxmlformats.org/officeDocument/2006/relationships/slideLayout" Target="../slideLayouts/slideLayout4.xml" /><Relationship Id="rId6" Type="http://schemas.openxmlformats.org/officeDocument/2006/relationships/customXml" Target="../ink/ink61.xml" /><Relationship Id="rId11" Type="http://schemas.openxmlformats.org/officeDocument/2006/relationships/customXml" Target="../ink/ink64.xml" /><Relationship Id="rId24" Type="http://schemas.openxmlformats.org/officeDocument/2006/relationships/image" Target="../media/image60.png" /><Relationship Id="rId32" Type="http://schemas.openxmlformats.org/officeDocument/2006/relationships/image" Target="../media/image64.png" /><Relationship Id="rId37" Type="http://schemas.openxmlformats.org/officeDocument/2006/relationships/customXml" Target="../ink/ink77.xml" /><Relationship Id="rId40" Type="http://schemas.openxmlformats.org/officeDocument/2006/relationships/image" Target="../media/image68.png" /><Relationship Id="rId45" Type="http://schemas.openxmlformats.org/officeDocument/2006/relationships/customXml" Target="../ink/ink81.xml" /><Relationship Id="rId53" Type="http://schemas.openxmlformats.org/officeDocument/2006/relationships/customXml" Target="../ink/ink85.xml" /><Relationship Id="rId58" Type="http://schemas.openxmlformats.org/officeDocument/2006/relationships/image" Target="../media/image77.png" /><Relationship Id="rId5" Type="http://schemas.openxmlformats.org/officeDocument/2006/relationships/image" Target="../media/image51.png" /><Relationship Id="rId15" Type="http://schemas.openxmlformats.org/officeDocument/2006/relationships/customXml" Target="../ink/ink66.xml" /><Relationship Id="rId23" Type="http://schemas.openxmlformats.org/officeDocument/2006/relationships/customXml" Target="../ink/ink70.xml" /><Relationship Id="rId28" Type="http://schemas.openxmlformats.org/officeDocument/2006/relationships/image" Target="../media/image62.png" /><Relationship Id="rId36" Type="http://schemas.openxmlformats.org/officeDocument/2006/relationships/image" Target="../media/image66.png" /><Relationship Id="rId49" Type="http://schemas.openxmlformats.org/officeDocument/2006/relationships/customXml" Target="../ink/ink83.xml" /><Relationship Id="rId57" Type="http://schemas.openxmlformats.org/officeDocument/2006/relationships/customXml" Target="../ink/ink87.xml" /><Relationship Id="rId61" Type="http://schemas.openxmlformats.org/officeDocument/2006/relationships/customXml" Target="../ink/ink89.xml" /><Relationship Id="rId10" Type="http://schemas.openxmlformats.org/officeDocument/2006/relationships/image" Target="../media/image53.png" /><Relationship Id="rId19" Type="http://schemas.openxmlformats.org/officeDocument/2006/relationships/customXml" Target="../ink/ink68.xml" /><Relationship Id="rId31" Type="http://schemas.openxmlformats.org/officeDocument/2006/relationships/customXml" Target="../ink/ink74.xml" /><Relationship Id="rId44" Type="http://schemas.openxmlformats.org/officeDocument/2006/relationships/image" Target="../media/image70.png" /><Relationship Id="rId52" Type="http://schemas.openxmlformats.org/officeDocument/2006/relationships/image" Target="../media/image74.png" /><Relationship Id="rId60" Type="http://schemas.openxmlformats.org/officeDocument/2006/relationships/image" Target="../media/image78.png" /><Relationship Id="rId4" Type="http://schemas.openxmlformats.org/officeDocument/2006/relationships/customXml" Target="../ink/ink60.xml" /><Relationship Id="rId9" Type="http://schemas.openxmlformats.org/officeDocument/2006/relationships/customXml" Target="../ink/ink63.xml" /><Relationship Id="rId14" Type="http://schemas.openxmlformats.org/officeDocument/2006/relationships/image" Target="../media/image55.png" /><Relationship Id="rId22" Type="http://schemas.openxmlformats.org/officeDocument/2006/relationships/image" Target="../media/image59.png" /><Relationship Id="rId27" Type="http://schemas.openxmlformats.org/officeDocument/2006/relationships/customXml" Target="../ink/ink72.xml" /><Relationship Id="rId30" Type="http://schemas.openxmlformats.org/officeDocument/2006/relationships/image" Target="../media/image63.png" /><Relationship Id="rId35" Type="http://schemas.openxmlformats.org/officeDocument/2006/relationships/customXml" Target="../ink/ink76.xml" /><Relationship Id="rId43" Type="http://schemas.openxmlformats.org/officeDocument/2006/relationships/customXml" Target="../ink/ink80.xml" /><Relationship Id="rId48" Type="http://schemas.openxmlformats.org/officeDocument/2006/relationships/image" Target="../media/image72.png" /><Relationship Id="rId56" Type="http://schemas.openxmlformats.org/officeDocument/2006/relationships/image" Target="../media/image76.png" /><Relationship Id="rId64" Type="http://schemas.openxmlformats.org/officeDocument/2006/relationships/image" Target="../media/image80.png" /><Relationship Id="rId8" Type="http://schemas.openxmlformats.org/officeDocument/2006/relationships/customXml" Target="../ink/ink62.xml" /><Relationship Id="rId51" Type="http://schemas.openxmlformats.org/officeDocument/2006/relationships/customXml" Target="../ink/ink84.xml" /><Relationship Id="rId3" Type="http://schemas.openxmlformats.org/officeDocument/2006/relationships/image" Target="../media/image12.png" /><Relationship Id="rId12" Type="http://schemas.openxmlformats.org/officeDocument/2006/relationships/image" Target="../media/image54.png" /><Relationship Id="rId17" Type="http://schemas.openxmlformats.org/officeDocument/2006/relationships/customXml" Target="../ink/ink67.xml" /><Relationship Id="rId25" Type="http://schemas.openxmlformats.org/officeDocument/2006/relationships/customXml" Target="../ink/ink71.xml" /><Relationship Id="rId33" Type="http://schemas.openxmlformats.org/officeDocument/2006/relationships/customXml" Target="../ink/ink75.xml" /><Relationship Id="rId38" Type="http://schemas.openxmlformats.org/officeDocument/2006/relationships/image" Target="../media/image67.png" /><Relationship Id="rId46" Type="http://schemas.openxmlformats.org/officeDocument/2006/relationships/image" Target="../media/image71.png" /><Relationship Id="rId59" Type="http://schemas.openxmlformats.org/officeDocument/2006/relationships/customXml" Target="../ink/ink88.xml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6.xml" /><Relationship Id="rId3" Type="http://schemas.openxmlformats.org/officeDocument/2006/relationships/image" Target="../media/image12.png" /><Relationship Id="rId7" Type="http://schemas.openxmlformats.org/officeDocument/2006/relationships/customXml" Target="../ink/ink95.xml" /><Relationship Id="rId12" Type="http://schemas.openxmlformats.org/officeDocument/2006/relationships/image" Target="../media/image10.png" /><Relationship Id="rId2" Type="http://schemas.openxmlformats.org/officeDocument/2006/relationships/customXml" Target="../ink/ink91.xml" /><Relationship Id="rId1" Type="http://schemas.openxmlformats.org/officeDocument/2006/relationships/slideLayout" Target="../slideLayouts/slideLayout4.xml" /><Relationship Id="rId6" Type="http://schemas.openxmlformats.org/officeDocument/2006/relationships/customXml" Target="../ink/ink94.xml" /><Relationship Id="rId11" Type="http://schemas.openxmlformats.org/officeDocument/2006/relationships/image" Target="../media/image9.png" /><Relationship Id="rId5" Type="http://schemas.openxmlformats.org/officeDocument/2006/relationships/customXml" Target="../ink/ink93.xml" /><Relationship Id="rId10" Type="http://schemas.openxmlformats.org/officeDocument/2006/relationships/customXml" Target="../ink/ink98.xml" /><Relationship Id="rId4" Type="http://schemas.openxmlformats.org/officeDocument/2006/relationships/customXml" Target="../ink/ink92.xml" /><Relationship Id="rId9" Type="http://schemas.openxmlformats.org/officeDocument/2006/relationships/customXml" Target="../ink/ink9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 /><Relationship Id="rId2" Type="http://schemas.openxmlformats.org/officeDocument/2006/relationships/hyperlink" Target="https://poloclub.github.io/transformer-explainer/" TargetMode="External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atgpt.com/" TargetMode="External" /><Relationship Id="rId2" Type="http://schemas.openxmlformats.org/officeDocument/2006/relationships/hyperlink" Target="http://www.grok.com/" TargetMode="Externa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://www.perplexity.ai/" TargetMode="External" /><Relationship Id="rId4" Type="http://schemas.openxmlformats.org/officeDocument/2006/relationships/hyperlink" Target="https://gemini.google.com/" TargetMode="Externa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sv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8384" y="3859797"/>
            <a:ext cx="17028250" cy="325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98"/>
              </a:lnSpc>
              <a:spcBef>
                <a:spcPct val="0"/>
              </a:spcBef>
            </a:pPr>
            <a:r>
              <a:rPr lang="en-GB" sz="6000" b="1" dirty="0">
                <a:solidFill>
                  <a:srgbClr val="004AAD"/>
                </a:solidFill>
                <a:latin typeface="The Seasons Bold"/>
                <a:ea typeface="Calibri"/>
                <a:cs typeface="Calibri"/>
              </a:rPr>
              <a:t>Fundamentals of AI</a:t>
            </a:r>
            <a:endParaRPr lang="en-US" sz="6000" dirty="0">
              <a:ea typeface="Calibri"/>
              <a:cs typeface="Calibri"/>
            </a:endParaRPr>
          </a:p>
          <a:p>
            <a:pPr marL="0" lvl="0" indent="0" algn="ctr">
              <a:lnSpc>
                <a:spcPts val="13497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4AAD"/>
              </a:solidFill>
              <a:latin typeface="The Seasons Bold"/>
              <a:ea typeface="The Seasons Bold"/>
              <a:cs typeface="The Seaso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10029592"/>
            <a:ext cx="2606421" cy="212999"/>
            <a:chOff x="0" y="0"/>
            <a:chExt cx="695066" cy="1464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FF671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13205" y="10029592"/>
            <a:ext cx="2557436" cy="213001"/>
            <a:chOff x="0" y="0"/>
            <a:chExt cx="695066" cy="1464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0603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744770" y="10029592"/>
            <a:ext cx="2541108" cy="212999"/>
            <a:chOff x="0" y="0"/>
            <a:chExt cx="695066" cy="1464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26778" y="10029592"/>
            <a:ext cx="2671734" cy="213000"/>
            <a:chOff x="0" y="0"/>
            <a:chExt cx="695066" cy="1464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82184" y="10029591"/>
            <a:ext cx="2622750" cy="213001"/>
            <a:chOff x="0" y="0"/>
            <a:chExt cx="695066" cy="1464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97419" y="10029590"/>
            <a:ext cx="2639078" cy="213000"/>
            <a:chOff x="0" y="0"/>
            <a:chExt cx="695066" cy="1464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61715" y="10029592"/>
            <a:ext cx="2639078" cy="212999"/>
            <a:chOff x="0" y="0"/>
            <a:chExt cx="695066" cy="1464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7" name="Picture 26" descr="C-DAC Logo">
            <a:extLst>
              <a:ext uri="{FF2B5EF4-FFF2-40B4-BE49-F238E27FC236}">
                <a16:creationId xmlns:a16="http://schemas.microsoft.com/office/drawing/2014/main" id="{A03B6AC5-935B-AD42-E7AB-0DBC425E4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184" y="8019370"/>
            <a:ext cx="5505450" cy="6381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FCBA3F-FB51-D37F-FE6D-2A144E2AA7FB}"/>
              </a:ext>
            </a:extLst>
          </p:cNvPr>
          <p:cNvSpPr txBox="1"/>
          <p:nvPr/>
        </p:nvSpPr>
        <p:spPr>
          <a:xfrm>
            <a:off x="12201797" y="8843555"/>
            <a:ext cx="5364480" cy="638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FF0000"/>
                </a:solidFill>
                <a:latin typeface="Garet Light"/>
                <a:cs typeface="Segoe UI"/>
              </a:rPr>
              <a:t>A premier R&amp;D organization of the Ministry of Electronics​ and</a:t>
            </a:r>
            <a:r>
              <a:rPr lang="en-US" sz="1200" b="1">
                <a:solidFill>
                  <a:srgbClr val="FF0000"/>
                </a:solidFill>
                <a:latin typeface="Garet Light"/>
              </a:rPr>
              <a:t> Information Technology</a:t>
            </a:r>
            <a:r>
              <a:rPr lang="en-US" sz="1200" b="1">
                <a:solidFill>
                  <a:srgbClr val="FF0000"/>
                </a:solidFill>
                <a:latin typeface="Garet Light"/>
                <a:cs typeface="Segoe UI"/>
              </a:rPr>
              <a:t> (MeitY), Govt. of India</a:t>
            </a:r>
            <a:r>
              <a:rPr lang="en-IN" sz="1200" b="1">
                <a:solidFill>
                  <a:srgbClr val="FF0000"/>
                </a:solidFill>
                <a:latin typeface="Garet Light"/>
                <a:cs typeface="Segoe UI"/>
              </a:rPr>
              <a:t>​</a:t>
            </a:r>
            <a:endParaRPr lang="en-IN" sz="1200" b="1">
              <a:solidFill>
                <a:srgbClr val="FF0000"/>
              </a:solidFill>
              <a:latin typeface="Garet Light"/>
              <a:ea typeface="Open Sans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284E4-9749-6C69-7D66-369DD7C525AD}"/>
              </a:ext>
            </a:extLst>
          </p:cNvPr>
          <p:cNvSpPr txBox="1"/>
          <p:nvPr/>
        </p:nvSpPr>
        <p:spPr>
          <a:xfrm>
            <a:off x="3951515" y="3445329"/>
            <a:ext cx="9895113" cy="11002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6299"/>
              </a:lnSpc>
            </a:pPr>
            <a:r>
              <a:rPr lang="en-GB" sz="9600" b="1" dirty="0">
                <a:solidFill>
                  <a:srgbClr val="FF0000"/>
                </a:solidFill>
                <a:latin typeface="Colonna MT"/>
                <a:cs typeface="Segoe UI"/>
              </a:rPr>
              <a:t>Overview of AI</a:t>
            </a:r>
            <a:endParaRPr lang="en-US" sz="9600" b="1" dirty="0">
              <a:solidFill>
                <a:srgbClr val="FF0000"/>
              </a:solidFill>
              <a:latin typeface="Colonna MT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8B0D17-9558-363E-F66E-A715088DA073}"/>
              </a:ext>
            </a:extLst>
          </p:cNvPr>
          <p:cNvSpPr txBox="1"/>
          <p:nvPr/>
        </p:nvSpPr>
        <p:spPr>
          <a:xfrm>
            <a:off x="12197442" y="7115175"/>
            <a:ext cx="60783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opperplate Gothic Light"/>
                <a:ea typeface="Calibri"/>
                <a:cs typeface="Calibri"/>
              </a:rPr>
              <a:t>Prakash </a:t>
            </a:r>
            <a:r>
              <a:rPr lang="en-US" b="1" err="1">
                <a:solidFill>
                  <a:srgbClr val="FF0000"/>
                </a:solidFill>
                <a:latin typeface="Copperplate Gothic Light"/>
                <a:ea typeface="Calibri"/>
                <a:cs typeface="Calibri"/>
              </a:rPr>
              <a:t>Pimpale</a:t>
            </a:r>
            <a:r>
              <a:rPr lang="en-US" b="1">
                <a:solidFill>
                  <a:srgbClr val="FF0000"/>
                </a:solidFill>
                <a:latin typeface="Copperplate Gothic Light"/>
                <a:ea typeface="Calibri"/>
                <a:cs typeface="Calibri"/>
              </a:rPr>
              <a:t>, Scientist E</a:t>
            </a:r>
          </a:p>
          <a:p>
            <a:r>
              <a:rPr lang="en-US" b="1">
                <a:solidFill>
                  <a:srgbClr val="FF0000"/>
                </a:solidFill>
                <a:latin typeface="Copperplate Gothic Light"/>
                <a:ea typeface="Calibri"/>
                <a:cs typeface="Calibri"/>
              </a:rPr>
              <a:t>Knowledge Based Computer Systems/KBCS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A7F1B-DD05-65E6-F218-16EBDC4CF806}"/>
              </a:ext>
            </a:extLst>
          </p:cNvPr>
          <p:cNvSpPr txBox="1"/>
          <p:nvPr/>
        </p:nvSpPr>
        <p:spPr>
          <a:xfrm>
            <a:off x="1059875" y="680195"/>
            <a:ext cx="16220528" cy="1606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98"/>
              </a:lnSpc>
              <a:spcBef>
                <a:spcPct val="0"/>
              </a:spcBef>
            </a:pPr>
            <a:r>
              <a:rPr lang="en-US" sz="9600" b="1">
                <a:solidFill>
                  <a:srgbClr val="004AAD"/>
                </a:solidFill>
                <a:latin typeface="The Seasons Bold"/>
                <a:ea typeface="The Seasons Bold"/>
                <a:cs typeface="The Seasons Bold"/>
              </a:rPr>
              <a:t>Index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0CDB1-0A2D-1DBD-F523-17CC09766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2575560"/>
            <a:ext cx="16200120" cy="6811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ea typeface="Calibri"/>
                <a:cs typeface="Calibri"/>
              </a:rPr>
              <a:t>Artificial Intelligence - The definition</a:t>
            </a:r>
          </a:p>
          <a:p>
            <a:r>
              <a:rPr lang="en-US" sz="4000">
                <a:ea typeface="+mn-lt"/>
                <a:cs typeface="+mn-lt"/>
              </a:rPr>
              <a:t>AI software and non-AI software</a:t>
            </a:r>
            <a:endParaRPr lang="en-US" sz="4000">
              <a:ea typeface="Calibri"/>
              <a:cs typeface="Calibri"/>
            </a:endParaRPr>
          </a:p>
          <a:p>
            <a:r>
              <a:rPr lang="en-US" sz="4000">
                <a:ea typeface="Calibri"/>
                <a:cs typeface="Calibri"/>
              </a:rPr>
              <a:t>Generative AI Evolution</a:t>
            </a:r>
          </a:p>
          <a:p>
            <a:r>
              <a:rPr lang="en-US" sz="4000">
                <a:ea typeface="Calibri"/>
                <a:cs typeface="Calibri"/>
              </a:rPr>
              <a:t>Generative AI Action</a:t>
            </a:r>
          </a:p>
          <a:p>
            <a:r>
              <a:rPr lang="en-US" sz="4000" err="1">
                <a:ea typeface="Calibri"/>
                <a:cs typeface="Calibri"/>
              </a:rPr>
              <a:t>GenAI</a:t>
            </a:r>
            <a:r>
              <a:rPr lang="en-US" sz="4000">
                <a:ea typeface="Calibri"/>
                <a:cs typeface="Calibri"/>
              </a:rPr>
              <a:t> for Individual use</a:t>
            </a:r>
          </a:p>
          <a:p>
            <a:r>
              <a:rPr lang="en-US" sz="4000" err="1">
                <a:ea typeface="+mn-lt"/>
                <a:cs typeface="+mn-lt"/>
              </a:rPr>
              <a:t>GenAI-fy</a:t>
            </a:r>
            <a:r>
              <a:rPr lang="en-US" sz="4000">
                <a:ea typeface="+mn-lt"/>
                <a:cs typeface="+mn-lt"/>
              </a:rPr>
              <a:t> Software Applications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5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304A-C14A-E250-FE8B-70E29CC4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8F040-CFA5-F39A-16F0-001CD27F4E63}"/>
              </a:ext>
            </a:extLst>
          </p:cNvPr>
          <p:cNvSpPr txBox="1"/>
          <p:nvPr/>
        </p:nvSpPr>
        <p:spPr>
          <a:xfrm>
            <a:off x="1059875" y="680195"/>
            <a:ext cx="16220528" cy="1452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98"/>
              </a:lnSpc>
              <a:spcBef>
                <a:spcPct val="0"/>
              </a:spcBef>
            </a:pPr>
            <a:r>
              <a:rPr lang="en-US" sz="6000" b="1">
                <a:solidFill>
                  <a:srgbClr val="004AAD"/>
                </a:solidFill>
                <a:latin typeface="The Seasons Bold"/>
              </a:rPr>
              <a:t>Artificial Intelligence - The Definition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C878DB-5EEA-3F7C-BB99-833D0C32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2575560"/>
            <a:ext cx="15292251" cy="6811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ea typeface="+mn-lt"/>
                <a:cs typeface="+mn-lt"/>
              </a:rPr>
              <a:t>John McCarthy, one of the founding fathers of AI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3600" i="1">
              <a:highlight>
                <a:srgbClr val="FFFF00"/>
              </a:highlight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600" i="1">
                <a:highlight>
                  <a:srgbClr val="FFFF00"/>
                </a:highlight>
                <a:ea typeface="+mn-lt"/>
                <a:cs typeface="+mn-lt"/>
              </a:rPr>
              <a:t>"AI is the science and engineering of making intelligent machines." </a:t>
            </a:r>
            <a:endParaRPr lang="en-US" i="1">
              <a:highlight>
                <a:srgbClr val="FFFF00"/>
              </a:highlight>
              <a:ea typeface="Calibri"/>
              <a:cs typeface="Calibri"/>
            </a:endParaRPr>
          </a:p>
          <a:p>
            <a:pPr marL="0" indent="0">
              <a:buNone/>
            </a:pPr>
            <a:endParaRPr lang="en-US" sz="3600" i="1"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 sz="4000">
                <a:ea typeface="+mn-lt"/>
                <a:cs typeface="+mn-lt"/>
              </a:rPr>
              <a:t>Stuart Russell &amp; Peter Norvig, authors of Artificial Intelligence: A Modern Approach</a:t>
            </a:r>
            <a:endParaRPr lang="en-US" sz="3600">
              <a:ea typeface="+mn-lt"/>
              <a:cs typeface="+mn-lt"/>
            </a:endParaRPr>
          </a:p>
          <a:p>
            <a:pPr marL="0" indent="0">
              <a:buNone/>
            </a:pPr>
            <a:endParaRPr lang="en-US" sz="400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600" i="1">
                <a:highlight>
                  <a:srgbClr val="FFFF00"/>
                </a:highlight>
                <a:ea typeface="+mn-lt"/>
                <a:cs typeface="+mn-lt"/>
              </a:rPr>
              <a:t>"Artificial Intelligence is the study of agents that receive percepts from the environment and perform actions."</a:t>
            </a:r>
            <a:endParaRPr lang="en-US" sz="3600" i="1">
              <a:highlight>
                <a:srgbClr val="FFFF00"/>
              </a:highlight>
              <a:ea typeface="Calibri"/>
              <a:cs typeface="Calibri"/>
            </a:endParaRPr>
          </a:p>
          <a:p>
            <a:endParaRPr lang="en-US" sz="4000"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76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0ABD-CC3F-7278-EB9A-FAAD8DC5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525C0-CBE1-B6D1-8383-152F88E746F3}"/>
              </a:ext>
            </a:extLst>
          </p:cNvPr>
          <p:cNvSpPr txBox="1"/>
          <p:nvPr/>
        </p:nvSpPr>
        <p:spPr>
          <a:xfrm>
            <a:off x="1059875" y="680195"/>
            <a:ext cx="16220528" cy="2404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Calibri"/>
                <a:cs typeface="Calibri"/>
              </a:rPr>
              <a:t>Artificial Intelligence - The Definition </a:t>
            </a:r>
            <a:endParaRPr lang="en-US" sz="6000">
              <a:solidFill>
                <a:srgbClr val="000000"/>
              </a:solidFill>
              <a:latin typeface="The Seasons Bold"/>
              <a:ea typeface="Calibri"/>
              <a:cs typeface="Calibri"/>
            </a:endParaRPr>
          </a:p>
          <a:p>
            <a:pPr>
              <a:lnSpc>
                <a:spcPts val="13497"/>
              </a:lnSpc>
              <a:spcBef>
                <a:spcPct val="0"/>
              </a:spcBef>
            </a:pPr>
            <a:endParaRPr lang="en-US" sz="5400">
              <a:solidFill>
                <a:srgbClr val="004AAD"/>
              </a:solidFill>
              <a:ea typeface="Calibri"/>
              <a:cs typeface="Calibri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CBC66E-62EA-694C-6BA5-2B49465BF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86791" y="2034597"/>
            <a:ext cx="14377552" cy="809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8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970AA-2343-D428-894B-9EB3B195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ACCF9-9E29-8D01-FFE8-3A88E47B8593}"/>
              </a:ext>
            </a:extLst>
          </p:cNvPr>
          <p:cNvSpPr txBox="1"/>
          <p:nvPr/>
        </p:nvSpPr>
        <p:spPr>
          <a:xfrm>
            <a:off x="1059875" y="680195"/>
            <a:ext cx="16220528" cy="2404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Calibri"/>
                <a:cs typeface="Calibri"/>
              </a:rPr>
              <a:t>Artificial Intelligence - The Definition </a:t>
            </a:r>
            <a:endParaRPr lang="en-US" sz="6000">
              <a:solidFill>
                <a:srgbClr val="000000"/>
              </a:solidFill>
              <a:latin typeface="The Seasons Bold"/>
              <a:ea typeface="Calibri"/>
              <a:cs typeface="Calibri"/>
            </a:endParaRPr>
          </a:p>
          <a:p>
            <a:pPr>
              <a:lnSpc>
                <a:spcPts val="13497"/>
              </a:lnSpc>
              <a:spcBef>
                <a:spcPct val="0"/>
              </a:spcBef>
            </a:pPr>
            <a:endParaRPr lang="en-US" sz="5400">
              <a:solidFill>
                <a:srgbClr val="004AAD"/>
              </a:solidFill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3A223D-1908-B793-5442-C8EBE4792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0" t="18350" r="25379" b="-34"/>
          <a:stretch>
            <a:fillRect/>
          </a:stretch>
        </p:blipFill>
        <p:spPr>
          <a:xfrm>
            <a:off x="10430394" y="2320636"/>
            <a:ext cx="6848210" cy="723930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D98704-33F2-39EC-7589-8732A33768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64374" y="2332470"/>
            <a:ext cx="8385463" cy="4748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F5AEA0-5983-1D84-59EE-E9C54D2BA966}"/>
              </a:ext>
            </a:extLst>
          </p:cNvPr>
          <p:cNvSpPr txBox="1"/>
          <p:nvPr/>
        </p:nvSpPr>
        <p:spPr>
          <a:xfrm>
            <a:off x="3282043" y="7703003"/>
            <a:ext cx="608239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>
                <a:ea typeface="Calibri"/>
                <a:cs typeface="Calibri"/>
              </a:rPr>
              <a:t>1956</a:t>
            </a:r>
          </a:p>
        </p:txBody>
      </p:sp>
    </p:spTree>
    <p:extLst>
      <p:ext uri="{BB962C8B-B14F-4D97-AF65-F5344CB8AC3E}">
        <p14:creationId xmlns:p14="http://schemas.microsoft.com/office/powerpoint/2010/main" val="230395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8B57-C786-D956-9E63-3C9BB8E4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2BD7D3-1496-2AAD-9AA5-6AC20668841A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AI Software and non-AI Software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F7887-CCE8-2DA2-E98B-56CB1D368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2575560"/>
            <a:ext cx="15292251" cy="6811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ea typeface="+mn-lt"/>
                <a:cs typeface="+mn-lt"/>
              </a:rPr>
              <a:t>John McCarthy, one of the founding fathers of AI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3600" i="1">
              <a:highlight>
                <a:srgbClr val="FFFF00"/>
              </a:highlight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600" i="1">
                <a:highlight>
                  <a:srgbClr val="FFFF00"/>
                </a:highlight>
                <a:ea typeface="+mn-lt"/>
                <a:cs typeface="+mn-lt"/>
              </a:rPr>
              <a:t>"AI is the science and engineering of making intelligent machines." </a:t>
            </a:r>
            <a:endParaRPr lang="en-US" i="1">
              <a:highlight>
                <a:srgbClr val="FFFF00"/>
              </a:highlight>
              <a:ea typeface="Calibri"/>
              <a:cs typeface="Calibri"/>
            </a:endParaRPr>
          </a:p>
          <a:p>
            <a:pPr marL="0" indent="0">
              <a:buNone/>
            </a:pPr>
            <a:endParaRPr lang="en-US" sz="3600" i="1"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 sz="4000">
                <a:ea typeface="+mn-lt"/>
                <a:cs typeface="+mn-lt"/>
              </a:rPr>
              <a:t>Stuart Russell &amp; Peter Norvig, authors of Artificial Intelligence: A Modern Approach</a:t>
            </a:r>
            <a:endParaRPr lang="en-US" sz="3600">
              <a:ea typeface="+mn-lt"/>
              <a:cs typeface="+mn-lt"/>
            </a:endParaRPr>
          </a:p>
          <a:p>
            <a:pPr marL="0" indent="0">
              <a:buNone/>
            </a:pPr>
            <a:endParaRPr lang="en-US" sz="400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600" i="1">
                <a:highlight>
                  <a:srgbClr val="FFFF00"/>
                </a:highlight>
                <a:ea typeface="+mn-lt"/>
                <a:cs typeface="+mn-lt"/>
              </a:rPr>
              <a:t>"Artificial Intelligence is the study of agents that receive percepts from the environment and perform actions."</a:t>
            </a:r>
            <a:endParaRPr lang="en-US" sz="3600" i="1">
              <a:highlight>
                <a:srgbClr val="FFFF00"/>
              </a:highlight>
              <a:ea typeface="Calibri"/>
              <a:cs typeface="Calibri"/>
            </a:endParaRPr>
          </a:p>
          <a:p>
            <a:endParaRPr lang="en-US" sz="4000"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080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9" descr="Programmer female with solid fill">
            <a:extLst>
              <a:ext uri="{FF2B5EF4-FFF2-40B4-BE49-F238E27FC236}">
                <a16:creationId xmlns:a16="http://schemas.microsoft.com/office/drawing/2014/main" id="{3E66962A-2FFD-4F35-9242-9E5367781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4185" y="2800865"/>
            <a:ext cx="1478280" cy="147828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59F322-7268-4945-901C-D12FF8E73552}"/>
              </a:ext>
            </a:extLst>
          </p:cNvPr>
          <p:cNvSpPr/>
          <p:nvPr/>
        </p:nvSpPr>
        <p:spPr>
          <a:xfrm>
            <a:off x="7492218" y="1686073"/>
            <a:ext cx="4883832" cy="6579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rgbClr val="00206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4883832"/>
                      <a:gd name="connsiteY0" fmla="*/ 0 h 6579575"/>
                      <a:gd name="connsiteX1" fmla="*/ 4883832 w 4883832"/>
                      <a:gd name="connsiteY1" fmla="*/ 0 h 6579575"/>
                      <a:gd name="connsiteX2" fmla="*/ 4883832 w 4883832"/>
                      <a:gd name="connsiteY2" fmla="*/ 6579575 h 6579575"/>
                      <a:gd name="connsiteX3" fmla="*/ 0 w 4883832"/>
                      <a:gd name="connsiteY3" fmla="*/ 6579575 h 6579575"/>
                      <a:gd name="connsiteX4" fmla="*/ 0 w 4883832"/>
                      <a:gd name="connsiteY4" fmla="*/ 0 h 6579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83832" h="6579575" fill="none" extrusionOk="0">
                        <a:moveTo>
                          <a:pt x="0" y="0"/>
                        </a:moveTo>
                        <a:cubicBezTo>
                          <a:pt x="1073004" y="-149972"/>
                          <a:pt x="4141327" y="85198"/>
                          <a:pt x="4883832" y="0"/>
                        </a:cubicBezTo>
                        <a:cubicBezTo>
                          <a:pt x="5053243" y="2421461"/>
                          <a:pt x="4969386" y="5349756"/>
                          <a:pt x="4883832" y="6579575"/>
                        </a:cubicBezTo>
                        <a:cubicBezTo>
                          <a:pt x="4088702" y="6670951"/>
                          <a:pt x="607044" y="6573518"/>
                          <a:pt x="0" y="6579575"/>
                        </a:cubicBezTo>
                        <a:cubicBezTo>
                          <a:pt x="-92943" y="3992488"/>
                          <a:pt x="-168235" y="1416806"/>
                          <a:pt x="0" y="0"/>
                        </a:cubicBezTo>
                        <a:close/>
                      </a:path>
                      <a:path w="4883832" h="6579575" stroke="0" extrusionOk="0">
                        <a:moveTo>
                          <a:pt x="0" y="0"/>
                        </a:moveTo>
                        <a:cubicBezTo>
                          <a:pt x="2324206" y="-113254"/>
                          <a:pt x="3912165" y="102601"/>
                          <a:pt x="4883832" y="0"/>
                        </a:cubicBezTo>
                        <a:cubicBezTo>
                          <a:pt x="4831007" y="3284772"/>
                          <a:pt x="5007006" y="3652187"/>
                          <a:pt x="4883832" y="6579575"/>
                        </a:cubicBezTo>
                        <a:cubicBezTo>
                          <a:pt x="3376910" y="6635385"/>
                          <a:pt x="834310" y="6748533"/>
                          <a:pt x="0" y="6579575"/>
                        </a:cubicBezTo>
                        <a:cubicBezTo>
                          <a:pt x="-144930" y="5404331"/>
                          <a:pt x="-18259" y="189136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>
                <a:solidFill>
                  <a:srgbClr val="FF0000"/>
                </a:solidFill>
                <a:cs typeface="Calibri"/>
              </a:rPr>
              <a:t>non-AI Software</a:t>
            </a:r>
            <a:endParaRPr lang="en-GB" sz="48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69AB3C0-0512-47E2-80CE-7336B695AAD4}"/>
              </a:ext>
            </a:extLst>
          </p:cNvPr>
          <p:cNvSpPr/>
          <p:nvPr/>
        </p:nvSpPr>
        <p:spPr>
          <a:xfrm>
            <a:off x="3971251" y="2399654"/>
            <a:ext cx="3317546" cy="2154114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50">
                <a:cs typeface="Calibri"/>
              </a:rPr>
              <a:t>Rules</a:t>
            </a:r>
            <a:endParaRPr lang="en-GB" sz="405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5E53975-9B6C-4759-908E-9306719B99EB}"/>
              </a:ext>
            </a:extLst>
          </p:cNvPr>
          <p:cNvSpPr/>
          <p:nvPr/>
        </p:nvSpPr>
        <p:spPr>
          <a:xfrm>
            <a:off x="3965758" y="5657197"/>
            <a:ext cx="3287927" cy="214423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50">
                <a:cs typeface="Calibri"/>
              </a:rPr>
              <a:t>Input</a:t>
            </a:r>
            <a:endParaRPr lang="en-GB" sz="4050"/>
          </a:p>
        </p:txBody>
      </p:sp>
      <p:pic>
        <p:nvPicPr>
          <p:cNvPr id="2" name="Graphic 2" descr="Users with solid fill">
            <a:extLst>
              <a:ext uri="{FF2B5EF4-FFF2-40B4-BE49-F238E27FC236}">
                <a16:creationId xmlns:a16="http://schemas.microsoft.com/office/drawing/2014/main" id="{3A41FECB-2726-4187-AF64-C5D2FFF4D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1809" y="6217211"/>
            <a:ext cx="1493520" cy="149352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7609C59-6C19-4D08-B6F3-6FD3E3DA49F7}"/>
              </a:ext>
            </a:extLst>
          </p:cNvPr>
          <p:cNvSpPr/>
          <p:nvPr/>
        </p:nvSpPr>
        <p:spPr>
          <a:xfrm>
            <a:off x="12516487" y="3695327"/>
            <a:ext cx="3083795" cy="217967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50">
                <a:cs typeface="Calibri"/>
              </a:rPr>
              <a:t>Output</a:t>
            </a:r>
            <a:endParaRPr lang="en-GB" sz="405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A5B87B02-7155-4418-9E22-1DFEE46A38F9}"/>
              </a:ext>
            </a:extLst>
          </p:cNvPr>
          <p:cNvSpPr/>
          <p:nvPr/>
        </p:nvSpPr>
        <p:spPr>
          <a:xfrm>
            <a:off x="15490108" y="3919582"/>
            <a:ext cx="1475621" cy="136894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4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A0A7C-D08E-4437-9DB4-A3C76C3979CD}"/>
              </a:ext>
            </a:extLst>
          </p:cNvPr>
          <p:cNvSpPr txBox="1"/>
          <p:nvPr/>
        </p:nvSpPr>
        <p:spPr>
          <a:xfrm>
            <a:off x="1740565" y="4276334"/>
            <a:ext cx="2262962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400" b="1">
                <a:solidFill>
                  <a:srgbClr val="FF0000"/>
                </a:solidFill>
              </a:rPr>
              <a:t>An Application Developer</a:t>
            </a:r>
            <a:endParaRPr lang="en-GB" sz="1400" b="1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528D4E-EF88-0BD4-B889-E740C8988F58}"/>
              </a:ext>
            </a:extLst>
          </p:cNvPr>
          <p:cNvSpPr txBox="1"/>
          <p:nvPr/>
        </p:nvSpPr>
        <p:spPr>
          <a:xfrm>
            <a:off x="1969164" y="7522453"/>
            <a:ext cx="2826842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>
                <a:solidFill>
                  <a:srgbClr val="FF0000"/>
                </a:solidFill>
              </a:rPr>
              <a:t>Software Users</a:t>
            </a:r>
            <a:endParaRPr lang="en-US" sz="1600" b="1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29D77-B29F-64E6-90D4-E0412CFB84F6}"/>
              </a:ext>
            </a:extLst>
          </p:cNvPr>
          <p:cNvSpPr txBox="1"/>
          <p:nvPr/>
        </p:nvSpPr>
        <p:spPr>
          <a:xfrm>
            <a:off x="755075" y="20775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AI Software and non-AI Software</a:t>
            </a:r>
          </a:p>
        </p:txBody>
      </p:sp>
    </p:spTree>
    <p:extLst>
      <p:ext uri="{BB962C8B-B14F-4D97-AF65-F5344CB8AC3E}">
        <p14:creationId xmlns:p14="http://schemas.microsoft.com/office/powerpoint/2010/main" val="14944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9" descr="Programmer female with solid fill">
            <a:extLst>
              <a:ext uri="{FF2B5EF4-FFF2-40B4-BE49-F238E27FC236}">
                <a16:creationId xmlns:a16="http://schemas.microsoft.com/office/drawing/2014/main" id="{3E66962A-2FFD-4F35-9242-9E5367781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252" y="4351243"/>
            <a:ext cx="1371600" cy="1474178"/>
          </a:xfr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69AB3C0-0512-47E2-80CE-7336B695AAD4}"/>
              </a:ext>
            </a:extLst>
          </p:cNvPr>
          <p:cNvSpPr/>
          <p:nvPr/>
        </p:nvSpPr>
        <p:spPr>
          <a:xfrm>
            <a:off x="10856363" y="4002689"/>
            <a:ext cx="3194538" cy="215411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50">
                <a:cs typeface="Calibri"/>
              </a:rPr>
              <a:t>Rules</a:t>
            </a:r>
            <a:endParaRPr lang="en-GB" sz="405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5E53975-9B6C-4759-908E-9306719B99EB}"/>
              </a:ext>
            </a:extLst>
          </p:cNvPr>
          <p:cNvSpPr/>
          <p:nvPr/>
        </p:nvSpPr>
        <p:spPr>
          <a:xfrm>
            <a:off x="2411278" y="5824837"/>
            <a:ext cx="3181247" cy="214423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50">
                <a:cs typeface="Calibri"/>
              </a:rPr>
              <a:t>Input</a:t>
            </a:r>
            <a:endParaRPr lang="en-GB" sz="4050"/>
          </a:p>
        </p:txBody>
      </p:sp>
      <p:pic>
        <p:nvPicPr>
          <p:cNvPr id="2" name="Graphic 2" descr="Users with solid fill">
            <a:extLst>
              <a:ext uri="{FF2B5EF4-FFF2-40B4-BE49-F238E27FC236}">
                <a16:creationId xmlns:a16="http://schemas.microsoft.com/office/drawing/2014/main" id="{3A41FECB-2726-4187-AF64-C5D2FFF4D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8243" y="8922665"/>
            <a:ext cx="1371600" cy="137160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7609C59-6C19-4D08-B6F3-6FD3E3DA49F7}"/>
              </a:ext>
            </a:extLst>
          </p:cNvPr>
          <p:cNvSpPr/>
          <p:nvPr/>
        </p:nvSpPr>
        <p:spPr>
          <a:xfrm>
            <a:off x="2628739" y="2653514"/>
            <a:ext cx="2977115" cy="217967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50">
                <a:cs typeface="Calibri"/>
              </a:rPr>
              <a:t>Output</a:t>
            </a:r>
            <a:endParaRPr lang="en-GB" sz="4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A0A7C-D08E-4437-9DB4-A3C76C3979CD}"/>
              </a:ext>
            </a:extLst>
          </p:cNvPr>
          <p:cNvSpPr txBox="1"/>
          <p:nvPr/>
        </p:nvSpPr>
        <p:spPr>
          <a:xfrm>
            <a:off x="624432" y="5978933"/>
            <a:ext cx="3024962" cy="346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50" b="1">
                <a:solidFill>
                  <a:srgbClr val="FF0000"/>
                </a:solidFill>
                <a:ea typeface="Calibri"/>
                <a:cs typeface="Calibri"/>
              </a:rPr>
              <a:t>The AI Developer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7B5A7-FC55-4776-997B-7243C6E87894}"/>
              </a:ext>
            </a:extLst>
          </p:cNvPr>
          <p:cNvSpPr/>
          <p:nvPr/>
        </p:nvSpPr>
        <p:spPr>
          <a:xfrm>
            <a:off x="14328638" y="3806150"/>
            <a:ext cx="2222381" cy="256776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400">
              <a:solidFill>
                <a:srgbClr val="FFFF00"/>
              </a:solidFill>
              <a:ea typeface="+mn-lt"/>
              <a:cs typeface="+mn-lt"/>
            </a:endParaRPr>
          </a:p>
          <a:p>
            <a:pPr algn="ctr"/>
            <a:r>
              <a:rPr lang="en-GB" sz="2400">
                <a:solidFill>
                  <a:srgbClr val="FFFF00"/>
                </a:solidFill>
                <a:ea typeface="+mn-lt"/>
                <a:cs typeface="+mn-lt"/>
              </a:rPr>
              <a:t>The AI Software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GB" sz="2400">
                <a:solidFill>
                  <a:srgbClr val="FFFF00"/>
                </a:solidFill>
                <a:ea typeface="+mn-lt"/>
                <a:cs typeface="+mn-lt"/>
              </a:rPr>
              <a:t>(Production)</a:t>
            </a:r>
            <a:endParaRPr lang="en-GB">
              <a:ea typeface="Calibri"/>
              <a:cs typeface="Calibri"/>
            </a:endParaRPr>
          </a:p>
          <a:p>
            <a:pPr algn="ctr"/>
            <a:endParaRPr lang="en-GB" sz="405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A6D40695-842C-4166-8A3B-9BCFBC8716A5}"/>
              </a:ext>
            </a:extLst>
          </p:cNvPr>
          <p:cNvSpPr/>
          <p:nvPr/>
        </p:nvSpPr>
        <p:spPr>
          <a:xfrm>
            <a:off x="13980062" y="6551880"/>
            <a:ext cx="2830917" cy="231258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>
                <a:cs typeface="Calibri"/>
              </a:rPr>
              <a:t>New Inputs</a:t>
            </a:r>
            <a:endParaRPr lang="en-GB" sz="2800">
              <a:ea typeface="Calibri"/>
              <a:cs typeface="Calibri"/>
            </a:endParaRP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3D1E29E6-8026-4B49-9523-0A8E11A6BF20}"/>
              </a:ext>
            </a:extLst>
          </p:cNvPr>
          <p:cNvSpPr/>
          <p:nvPr/>
        </p:nvSpPr>
        <p:spPr>
          <a:xfrm>
            <a:off x="13928861" y="1182477"/>
            <a:ext cx="3004035" cy="2271345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>
                <a:cs typeface="Calibri"/>
              </a:rPr>
              <a:t>The New </a:t>
            </a:r>
          </a:p>
          <a:p>
            <a:pPr algn="ctr"/>
            <a:r>
              <a:rPr lang="en-GB" sz="2800">
                <a:cs typeface="Calibri"/>
              </a:rPr>
              <a:t>Output</a:t>
            </a:r>
            <a:endParaRPr lang="en-GB" sz="2800">
              <a:ea typeface="Calibri"/>
              <a:cs typeface="Calibri"/>
            </a:endParaRP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9EF9720C-F3FD-4635-A190-BCB93958A327}"/>
              </a:ext>
            </a:extLst>
          </p:cNvPr>
          <p:cNvSpPr/>
          <p:nvPr/>
        </p:nvSpPr>
        <p:spPr>
          <a:xfrm>
            <a:off x="14918712" y="147635"/>
            <a:ext cx="1025769" cy="83526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40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47B120-6F98-2216-D832-E0A36F632088}"/>
              </a:ext>
            </a:extLst>
          </p:cNvPr>
          <p:cNvSpPr txBox="1"/>
          <p:nvPr/>
        </p:nvSpPr>
        <p:spPr>
          <a:xfrm>
            <a:off x="13048644" y="9610333"/>
            <a:ext cx="1699082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50" b="1">
                <a:solidFill>
                  <a:srgbClr val="FF0000"/>
                </a:solidFill>
              </a:rPr>
              <a:t>Software Users</a:t>
            </a:r>
            <a:endParaRPr lang="en-US" b="1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4838D6-8F15-7EFB-052D-A3FCA1D8FF59}"/>
              </a:ext>
            </a:extLst>
          </p:cNvPr>
          <p:cNvSpPr/>
          <p:nvPr/>
        </p:nvSpPr>
        <p:spPr>
          <a:xfrm>
            <a:off x="5800578" y="1853713"/>
            <a:ext cx="4883832" cy="6579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rgbClr val="00206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4883832"/>
                      <a:gd name="connsiteY0" fmla="*/ 0 h 6579575"/>
                      <a:gd name="connsiteX1" fmla="*/ 4883832 w 4883832"/>
                      <a:gd name="connsiteY1" fmla="*/ 0 h 6579575"/>
                      <a:gd name="connsiteX2" fmla="*/ 4883832 w 4883832"/>
                      <a:gd name="connsiteY2" fmla="*/ 6579575 h 6579575"/>
                      <a:gd name="connsiteX3" fmla="*/ 0 w 4883832"/>
                      <a:gd name="connsiteY3" fmla="*/ 6579575 h 6579575"/>
                      <a:gd name="connsiteX4" fmla="*/ 0 w 4883832"/>
                      <a:gd name="connsiteY4" fmla="*/ 0 h 6579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83832" h="6579575" fill="none" extrusionOk="0">
                        <a:moveTo>
                          <a:pt x="0" y="0"/>
                        </a:moveTo>
                        <a:cubicBezTo>
                          <a:pt x="1073004" y="-149972"/>
                          <a:pt x="4141327" y="85198"/>
                          <a:pt x="4883832" y="0"/>
                        </a:cubicBezTo>
                        <a:cubicBezTo>
                          <a:pt x="5053243" y="2421461"/>
                          <a:pt x="4969386" y="5349756"/>
                          <a:pt x="4883832" y="6579575"/>
                        </a:cubicBezTo>
                        <a:cubicBezTo>
                          <a:pt x="4088702" y="6670951"/>
                          <a:pt x="607044" y="6573518"/>
                          <a:pt x="0" y="6579575"/>
                        </a:cubicBezTo>
                        <a:cubicBezTo>
                          <a:pt x="-92943" y="3992488"/>
                          <a:pt x="-168235" y="1416806"/>
                          <a:pt x="0" y="0"/>
                        </a:cubicBezTo>
                        <a:close/>
                      </a:path>
                      <a:path w="4883832" h="6579575" stroke="0" extrusionOk="0">
                        <a:moveTo>
                          <a:pt x="0" y="0"/>
                        </a:moveTo>
                        <a:cubicBezTo>
                          <a:pt x="2324206" y="-113254"/>
                          <a:pt x="3912165" y="102601"/>
                          <a:pt x="4883832" y="0"/>
                        </a:cubicBezTo>
                        <a:cubicBezTo>
                          <a:pt x="4831007" y="3284772"/>
                          <a:pt x="5007006" y="3652187"/>
                          <a:pt x="4883832" y="6579575"/>
                        </a:cubicBezTo>
                        <a:cubicBezTo>
                          <a:pt x="3376910" y="6635385"/>
                          <a:pt x="834310" y="6748533"/>
                          <a:pt x="0" y="6579575"/>
                        </a:cubicBezTo>
                        <a:cubicBezTo>
                          <a:pt x="-144930" y="5404331"/>
                          <a:pt x="-18259" y="189136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>
                <a:solidFill>
                  <a:srgbClr val="FF0000"/>
                </a:solidFill>
                <a:cs typeface="Calibri"/>
              </a:rPr>
              <a:t>AI Maker </a:t>
            </a:r>
          </a:p>
          <a:p>
            <a:pPr algn="ctr"/>
            <a:r>
              <a:rPr lang="en-GB" sz="4800">
                <a:solidFill>
                  <a:srgbClr val="FF0000"/>
                </a:solidFill>
                <a:cs typeface="Calibri"/>
              </a:rPr>
              <a:t>Software</a:t>
            </a:r>
            <a:endParaRPr lang="en-GB" sz="48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163109-F41B-B47D-BE53-DC205C371827}"/>
              </a:ext>
            </a:extLst>
          </p:cNvPr>
          <p:cNvSpPr txBox="1"/>
          <p:nvPr/>
        </p:nvSpPr>
        <p:spPr>
          <a:xfrm>
            <a:off x="861755" y="1467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AI Software and non-AI Software</a:t>
            </a:r>
          </a:p>
        </p:txBody>
      </p:sp>
    </p:spTree>
    <p:extLst>
      <p:ext uri="{BB962C8B-B14F-4D97-AF65-F5344CB8AC3E}">
        <p14:creationId xmlns:p14="http://schemas.microsoft.com/office/powerpoint/2010/main" val="360327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A9299-245A-90F9-95F0-F869FAF7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826" y="-1"/>
            <a:ext cx="7819901" cy="10324544"/>
            <a:chOff x="-19217" y="-1"/>
            <a:chExt cx="5213267" cy="688303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19279E-BE58-9BFF-CEEA-8AFDD521731B}"/>
              </a:ext>
            </a:extLst>
          </p:cNvPr>
          <p:cNvSpPr txBox="1"/>
          <p:nvPr/>
        </p:nvSpPr>
        <p:spPr>
          <a:xfrm>
            <a:off x="1133226" y="1109752"/>
            <a:ext cx="6451941" cy="2424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chemeClr val="bg1"/>
                </a:solidFill>
                <a:latin typeface="The Seasons Bold"/>
                <a:ea typeface="+mn-lt"/>
                <a:cs typeface="+mn-lt"/>
              </a:rPr>
              <a:t>Generative AI Evolution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56F89-BDD5-4CF3-7333-2722A5513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3226" y="4652060"/>
            <a:ext cx="5553868" cy="52872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>
              <a:lnSpc>
                <a:spcPct val="90000"/>
              </a:lnSpc>
              <a:buNone/>
            </a:pPr>
            <a:r>
              <a:rPr lang="en-US" sz="3000">
                <a:solidFill>
                  <a:srgbClr val="FFFFFF"/>
                </a:solidFill>
              </a:rPr>
              <a:t>Multiple dimensions of the AI evolution</a:t>
            </a:r>
            <a:endParaRPr lang="en-US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FFFFFF"/>
                </a:solidFill>
              </a:rPr>
              <a:t>Algorithms</a:t>
            </a:r>
            <a:endParaRPr lang="en-US" sz="3000">
              <a:solidFill>
                <a:srgbClr val="FFFFFF"/>
              </a:solidFill>
              <a:ea typeface="Calibri"/>
              <a:cs typeface="Calibri"/>
            </a:endParaRP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b="1">
                <a:solidFill>
                  <a:srgbClr val="FFFFFF"/>
                </a:solidFill>
              </a:rPr>
              <a:t>Representation</a:t>
            </a:r>
            <a:endParaRPr lang="en-US" b="1">
              <a:ea typeface="Calibri"/>
              <a:cs typeface="Calibri"/>
            </a:endParaRP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FFFFFF"/>
                </a:solidFill>
              </a:rPr>
              <a:t>Data</a:t>
            </a:r>
            <a:endParaRPr lang="en-US" sz="3000">
              <a:solidFill>
                <a:srgbClr val="FFFFFF"/>
              </a:solidFill>
              <a:ea typeface="Calibri"/>
              <a:cs typeface="Calibri"/>
            </a:endParaRP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FFFFFF"/>
                </a:solidFill>
              </a:rPr>
              <a:t>Compute</a:t>
            </a:r>
            <a:endParaRPr lang="en-US" sz="3000">
              <a:solidFill>
                <a:srgbClr val="FFFFFF"/>
              </a:solidFill>
              <a:ea typeface="Calibri"/>
              <a:cs typeface="Calibri"/>
            </a:endParaRP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000">
              <a:solidFill>
                <a:srgbClr val="FFFFFF"/>
              </a:solidFill>
            </a:endParaRP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000">
              <a:solidFill>
                <a:srgbClr val="FFFFFF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0C7C51-C8B9-187B-414A-CFBAB8581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956" y="2456895"/>
            <a:ext cx="8110503" cy="53732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8540D9E-0413-3733-0B91-A35C2F0048F1}"/>
                  </a:ext>
                </a:extLst>
              </p14:cNvPr>
              <p14:cNvContentPartPr/>
              <p14:nvPr/>
            </p14:nvContentPartPr>
            <p14:xfrm>
              <a:off x="1502352" y="64943"/>
              <a:ext cx="21647" cy="21647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8540D9E-0413-3733-0B91-A35C2F0048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002" y="-1017407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208A1DC-13F5-5B3D-6817-0518A2880BC0}"/>
                  </a:ext>
                </a:extLst>
              </p14:cNvPr>
              <p14:cNvContentPartPr/>
              <p14:nvPr/>
            </p14:nvContentPartPr>
            <p14:xfrm>
              <a:off x="2593397" y="-627783"/>
              <a:ext cx="21647" cy="21647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208A1DC-13F5-5B3D-6817-0518A2880B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1047" y="-1710133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9D80705-E254-DF6A-22E0-5650DC71DBCF}"/>
                  </a:ext>
                </a:extLst>
              </p14:cNvPr>
              <p14:cNvContentPartPr/>
              <p14:nvPr/>
            </p14:nvContentPartPr>
            <p14:xfrm>
              <a:off x="11269807" y="-575828"/>
              <a:ext cx="21647" cy="21647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9D80705-E254-DF6A-22E0-5650DC71DB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87457" y="-1658178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781C717-833B-7112-CC99-BD2F78726EE9}"/>
                  </a:ext>
                </a:extLst>
              </p14:cNvPr>
              <p14:cNvContentPartPr/>
              <p14:nvPr/>
            </p14:nvContentPartPr>
            <p14:xfrm>
              <a:off x="9849717" y="10542443"/>
              <a:ext cx="21647" cy="21647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781C717-833B-7112-CC99-BD2F78726E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67367" y="9460093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9C0BFB4-6AFB-26B7-AA61-C6CD2A8F54A6}"/>
                  </a:ext>
                </a:extLst>
              </p14:cNvPr>
              <p14:cNvContentPartPr/>
              <p14:nvPr/>
            </p14:nvContentPartPr>
            <p14:xfrm>
              <a:off x="2905124" y="2991715"/>
              <a:ext cx="21647" cy="21647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9C0BFB4-6AFB-26B7-AA61-C6CD2A8F54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2774" y="1909365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855FF5F-8527-359B-B520-F9A6DA4E333E}"/>
                  </a:ext>
                </a:extLst>
              </p14:cNvPr>
              <p14:cNvContentPartPr/>
              <p14:nvPr/>
            </p14:nvContentPartPr>
            <p14:xfrm>
              <a:off x="2905124" y="2991715"/>
              <a:ext cx="21647" cy="21647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855FF5F-8527-359B-B520-F9A6DA4E33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2774" y="1909365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E4A2E38-7234-C36A-EA72-0772BA36D7FF}"/>
                  </a:ext>
                </a:extLst>
              </p14:cNvPr>
              <p14:cNvContentPartPr/>
              <p14:nvPr/>
            </p14:nvContentPartPr>
            <p14:xfrm>
              <a:off x="3286124" y="4048124"/>
              <a:ext cx="21647" cy="21647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E4A2E38-7234-C36A-EA72-0772BA36D7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3774" y="2965774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705138C-24B9-51C3-A2EF-E95A6DF24D99}"/>
                  </a:ext>
                </a:extLst>
              </p14:cNvPr>
              <p14:cNvContentPartPr/>
              <p14:nvPr/>
            </p14:nvContentPartPr>
            <p14:xfrm>
              <a:off x="4013488" y="5364307"/>
              <a:ext cx="21647" cy="21647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705138C-24B9-51C3-A2EF-E95A6DF24D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38" y="4281957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2F8398D-2812-E3EC-BA4A-C9F08BA6FB3A}"/>
                  </a:ext>
                </a:extLst>
              </p14:cNvPr>
              <p14:cNvContentPartPr/>
              <p14:nvPr/>
            </p14:nvContentPartPr>
            <p14:xfrm>
              <a:off x="4013488" y="5364307"/>
              <a:ext cx="21647" cy="21647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2F8398D-2812-E3EC-BA4A-C9F08BA6FB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38" y="4281957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08F9A09-CE5A-B340-38C8-032E2E5580E7}"/>
                  </a:ext>
                </a:extLst>
              </p14:cNvPr>
              <p14:cNvContentPartPr/>
              <p14:nvPr/>
            </p14:nvContentPartPr>
            <p14:xfrm>
              <a:off x="4013488" y="5364307"/>
              <a:ext cx="21647" cy="21647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08F9A09-CE5A-B340-38C8-032E2E5580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38" y="4281957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F523027-786F-F748-A0E6-39ED070FF0FD}"/>
                  </a:ext>
                </a:extLst>
              </p14:cNvPr>
              <p14:cNvContentPartPr/>
              <p14:nvPr/>
            </p14:nvContentPartPr>
            <p14:xfrm>
              <a:off x="3580534" y="5381624"/>
              <a:ext cx="21647" cy="21647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F523027-786F-F748-A0E6-39ED070FF0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8184" y="4299274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4D60A31-CA94-D8BB-E2A4-BCEEDD5AEAF8}"/>
                  </a:ext>
                </a:extLst>
              </p14:cNvPr>
              <p14:cNvContentPartPr/>
              <p14:nvPr/>
            </p14:nvContentPartPr>
            <p14:xfrm>
              <a:off x="3580534" y="5381624"/>
              <a:ext cx="21647" cy="21647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4D60A31-CA94-D8BB-E2A4-BCEEDD5AEA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8184" y="4299274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09645C9-E875-D53C-49CD-B285297A0C60}"/>
                  </a:ext>
                </a:extLst>
              </p14:cNvPr>
              <p14:cNvContentPartPr/>
              <p14:nvPr/>
            </p14:nvContentPartPr>
            <p14:xfrm>
              <a:off x="3216852" y="5364307"/>
              <a:ext cx="21647" cy="21647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09645C9-E875-D53C-49CD-B285297A0C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4502" y="4281957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A029F56-9651-88E7-867D-5F19B9EF4E6F}"/>
                  </a:ext>
                </a:extLst>
              </p14:cNvPr>
              <p14:cNvContentPartPr/>
              <p14:nvPr/>
            </p14:nvContentPartPr>
            <p14:xfrm>
              <a:off x="3476624" y="5121852"/>
              <a:ext cx="21647" cy="21647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A029F56-9651-88E7-867D-5F19B9EF4E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274" y="4039502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9714B91-E919-A4E5-8DED-A284F472AD1F}"/>
                  </a:ext>
                </a:extLst>
              </p14:cNvPr>
              <p14:cNvContentPartPr/>
              <p14:nvPr/>
            </p14:nvContentPartPr>
            <p14:xfrm>
              <a:off x="3476624" y="5121852"/>
              <a:ext cx="21647" cy="21647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9714B91-E919-A4E5-8DED-A284F472AD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274" y="4039502"/>
                <a:ext cx="2164700" cy="216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D0A5DB3-A95E-66F1-E8FC-5F3304324752}"/>
                  </a:ext>
                </a:extLst>
              </p14:cNvPr>
              <p14:cNvContentPartPr/>
              <p14:nvPr/>
            </p14:nvContentPartPr>
            <p14:xfrm>
              <a:off x="3476624" y="5121852"/>
              <a:ext cx="21647" cy="21647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D0A5DB3-A95E-66F1-E8FC-5F33043247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274" y="4039502"/>
                <a:ext cx="2164700" cy="21647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385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83DC-D1EE-E19B-E009-50BFB6C5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6FDB9F-2F32-EED1-F827-C2DD5E03CC1F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The Representation Evolution</a:t>
            </a: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279989C-D59A-DEE6-81DC-F9D9220733C7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11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ea typeface="+mn-lt"/>
                <a:cs typeface="+mn-lt"/>
              </a:rPr>
              <a:t>Raw Text</a:t>
            </a:r>
            <a:endParaRPr lang="en-US" sz="4000">
              <a:ea typeface="Calibri"/>
              <a:cs typeface="Calibri"/>
            </a:endParaRPr>
          </a:p>
          <a:p>
            <a:pPr lvl="2" indent="-228600">
              <a:buFont typeface="Wingdings" pitchFamily="34" charset="0"/>
              <a:buChar char="§"/>
            </a:pPr>
            <a:r>
              <a:rPr lang="en-US" sz="3200">
                <a:ea typeface="+mn-lt"/>
                <a:cs typeface="+mn-lt"/>
              </a:rPr>
              <a:t>Text: Ram killed Ravan.</a:t>
            </a:r>
            <a:endParaRPr lang="en-US" sz="3600">
              <a:ea typeface="Calibri"/>
              <a:cs typeface="Calibri"/>
            </a:endParaRPr>
          </a:p>
          <a:p>
            <a:pPr lvl="2" indent="-228600">
              <a:buFont typeface="Wingdings" pitchFamily="34" charset="0"/>
              <a:buChar char="§"/>
            </a:pPr>
            <a:r>
              <a:rPr lang="en-US" sz="3200">
                <a:ea typeface="Calibri"/>
                <a:cs typeface="Calibri"/>
              </a:rPr>
              <a:t>Representation: 'Ram killed Ravan.'</a:t>
            </a:r>
            <a:endParaRPr lang="en-US" sz="3600">
              <a:ea typeface="Calibri"/>
              <a:cs typeface="Calibri"/>
            </a:endParaRPr>
          </a:p>
          <a:p>
            <a:pPr indent="-228600"/>
            <a:r>
              <a:rPr lang="en-US" sz="4000">
                <a:ea typeface="Calibri"/>
                <a:cs typeface="Calibri"/>
              </a:rPr>
              <a:t>Tokens</a:t>
            </a:r>
          </a:p>
          <a:p>
            <a:pPr lvl="2" indent="-228600">
              <a:buFont typeface="Wingdings" pitchFamily="34" charset="0"/>
              <a:buChar char="§"/>
            </a:pPr>
            <a:r>
              <a:rPr lang="en-US" sz="3200">
                <a:ea typeface="Calibri"/>
                <a:cs typeface="Calibri"/>
              </a:rPr>
              <a:t>Text: Ram killed Ravan.</a:t>
            </a:r>
          </a:p>
          <a:p>
            <a:pPr lvl="2" indent="-228600">
              <a:buFont typeface="Wingdings" pitchFamily="34" charset="0"/>
              <a:buChar char="§"/>
            </a:pPr>
            <a:r>
              <a:rPr lang="en-US" sz="3200">
                <a:ea typeface="Calibri"/>
                <a:cs typeface="Calibri"/>
              </a:rPr>
              <a:t>Representation: ['Ram', 'killed', 'Ravan', '.']</a:t>
            </a:r>
          </a:p>
        </p:txBody>
      </p:sp>
    </p:spTree>
    <p:extLst>
      <p:ext uri="{BB962C8B-B14F-4D97-AF65-F5344CB8AC3E}">
        <p14:creationId xmlns:p14="http://schemas.microsoft.com/office/powerpoint/2010/main" val="86082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76B1-C312-2D40-3EC1-327C0955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D49DDB-57AE-6064-AAAA-38B6DC4010C9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The Representation Evolution</a:t>
            </a: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C17C0ED-DA00-97AF-4F1F-48E05ED97C74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11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ea typeface="+mn-lt"/>
                <a:cs typeface="+mn-lt"/>
              </a:rPr>
              <a:t>Bag-of-Words / TF‑IDF / One‑Hot Encoding</a:t>
            </a:r>
            <a:endParaRPr lang="en-US" sz="4000">
              <a:ea typeface="Calibri"/>
              <a:cs typeface="Calibri"/>
            </a:endParaRPr>
          </a:p>
          <a:p>
            <a:pPr lvl="2">
              <a:buFont typeface="Wingdings" pitchFamily="34" charset="0"/>
              <a:buChar char="§"/>
            </a:pPr>
            <a:r>
              <a:rPr lang="en-US" sz="3200">
                <a:ea typeface="+mn-lt"/>
                <a:cs typeface="+mn-lt"/>
              </a:rPr>
              <a:t>Text: </a:t>
            </a:r>
          </a:p>
          <a:p>
            <a:pPr lvl="3">
              <a:buChar char="•"/>
            </a:pPr>
            <a:r>
              <a:rPr lang="en-US" sz="3000">
                <a:ea typeface="+mn-lt"/>
                <a:cs typeface="+mn-lt"/>
              </a:rPr>
              <a:t>T1 – Ram killed Ravan.</a:t>
            </a:r>
            <a:endParaRPr lang="en-US" sz="2000">
              <a:ea typeface="Calibri"/>
              <a:cs typeface="Calibri"/>
            </a:endParaRPr>
          </a:p>
          <a:p>
            <a:pPr lvl="3">
              <a:buChar char="•"/>
            </a:pPr>
            <a:r>
              <a:rPr lang="en-US" sz="3000">
                <a:ea typeface="Calibri"/>
                <a:cs typeface="Calibri"/>
              </a:rPr>
              <a:t>T2 – Ram married </a:t>
            </a:r>
            <a:r>
              <a:rPr lang="en-US" sz="3000" err="1">
                <a:ea typeface="Calibri"/>
                <a:cs typeface="Calibri"/>
              </a:rPr>
              <a:t>sita</a:t>
            </a:r>
            <a:r>
              <a:rPr lang="en-US" sz="3000">
                <a:ea typeface="Calibri"/>
                <a:cs typeface="Calibri"/>
              </a:rPr>
              <a:t>.</a:t>
            </a:r>
          </a:p>
          <a:p>
            <a:pPr lvl="3">
              <a:buChar char="•"/>
            </a:pPr>
            <a:r>
              <a:rPr lang="en-US" sz="3000">
                <a:ea typeface="Calibri"/>
                <a:cs typeface="Calibri"/>
              </a:rPr>
              <a:t>T3 – Ram went </a:t>
            </a:r>
            <a:r>
              <a:rPr lang="en-US" sz="3000">
                <a:highlight>
                  <a:srgbClr val="FFFF00"/>
                </a:highlight>
                <a:ea typeface="Calibri"/>
                <a:cs typeface="Calibri"/>
              </a:rPr>
              <a:t>to </a:t>
            </a:r>
            <a:r>
              <a:rPr lang="en-US" sz="3000">
                <a:ea typeface="Calibri"/>
                <a:cs typeface="Calibri"/>
              </a:rPr>
              <a:t>bank </a:t>
            </a:r>
            <a:r>
              <a:rPr lang="en-US" sz="3000">
                <a:highlight>
                  <a:srgbClr val="FFFF00"/>
                </a:highlight>
                <a:ea typeface="Calibri"/>
                <a:cs typeface="Calibri"/>
              </a:rPr>
              <a:t>to </a:t>
            </a:r>
            <a:r>
              <a:rPr lang="en-US" sz="3000">
                <a:ea typeface="Calibri"/>
                <a:cs typeface="Calibri"/>
              </a:rPr>
              <a:t>kill Ravan.</a:t>
            </a:r>
          </a:p>
          <a:p>
            <a:pPr marL="1371600" lvl="3" indent="0">
              <a:buNone/>
            </a:pPr>
            <a:r>
              <a:rPr lang="en-US" sz="3000">
                <a:highlight>
                  <a:srgbClr val="FFFF00"/>
                </a:highlight>
                <a:ea typeface="Calibri"/>
                <a:cs typeface="Calibri"/>
              </a:rPr>
              <a:t>One-hot</a:t>
            </a:r>
            <a:endParaRPr lang="en-US" sz="3000"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193474-21C7-B0DF-43FE-0EE7593FC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050563"/>
              </p:ext>
            </p:extLst>
          </p:nvPr>
        </p:nvGraphicFramePr>
        <p:xfrm>
          <a:off x="1766751" y="5931190"/>
          <a:ext cx="14264630" cy="148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3">
                  <a:extLst>
                    <a:ext uri="{9D8B030D-6E8A-4147-A177-3AD203B41FA5}">
                      <a16:colId xmlns:a16="http://schemas.microsoft.com/office/drawing/2014/main" val="3685486775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4249294244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834742498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3502988361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843846110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614544990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949001088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975062236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075670032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436006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80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22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140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75713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F3A571-EC57-2300-B8E0-C7EE85A76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76212"/>
              </p:ext>
            </p:extLst>
          </p:nvPr>
        </p:nvGraphicFramePr>
        <p:xfrm>
          <a:off x="1766751" y="8347819"/>
          <a:ext cx="14264630" cy="148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3">
                  <a:extLst>
                    <a:ext uri="{9D8B030D-6E8A-4147-A177-3AD203B41FA5}">
                      <a16:colId xmlns:a16="http://schemas.microsoft.com/office/drawing/2014/main" val="3685486775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4249294244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834742498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3502988361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843846110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614544990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949001088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975062236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075670032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436006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80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22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140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7571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38FFC6-B199-9200-0C6F-A13C28ECF26B}"/>
              </a:ext>
            </a:extLst>
          </p:cNvPr>
          <p:cNvSpPr txBox="1"/>
          <p:nvPr/>
        </p:nvSpPr>
        <p:spPr>
          <a:xfrm>
            <a:off x="2400300" y="7592786"/>
            <a:ext cx="27432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highlight>
                  <a:srgbClr val="FFFF00"/>
                </a:highlight>
              </a:rPr>
              <a:t>TF-IDF</a:t>
            </a:r>
            <a:r>
              <a:rPr lang="en-US" sz="3000">
                <a:ea typeface="Calibri"/>
                <a:cs typeface="Calibri"/>
              </a:rPr>
              <a:t>​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18836B-BD2F-1E72-BEED-0B803EC4464C}"/>
                  </a:ext>
                </a:extLst>
              </p14:cNvPr>
              <p14:cNvContentPartPr/>
              <p14:nvPr/>
            </p14:nvContentPartPr>
            <p14:xfrm>
              <a:off x="15071272" y="885825"/>
              <a:ext cx="196742" cy="110861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18836B-BD2F-1E72-BEED-0B803EC446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53288" y="867828"/>
                <a:ext cx="232350" cy="1144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948A22-8B87-76AA-E188-061527ED5BE1}"/>
                  </a:ext>
                </a:extLst>
              </p14:cNvPr>
              <p14:cNvContentPartPr/>
              <p14:nvPr/>
            </p14:nvContentPartPr>
            <p14:xfrm>
              <a:off x="14988231" y="853167"/>
              <a:ext cx="449957" cy="390066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948A22-8B87-76AA-E188-061527ED5B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70247" y="835175"/>
                <a:ext cx="485565" cy="425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1DA749C-8F70-7DB4-DA7D-D2609305FD2D}"/>
                  </a:ext>
                </a:extLst>
              </p14:cNvPr>
              <p14:cNvContentPartPr/>
              <p14:nvPr/>
            </p14:nvContentPartPr>
            <p14:xfrm>
              <a:off x="14317099" y="1963511"/>
              <a:ext cx="917457" cy="476816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1DA749C-8F70-7DB4-DA7D-D2609305FD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99110" y="1945518"/>
                <a:ext cx="953076" cy="512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AF5615-FF04-70DC-9FC1-85975B61274F}"/>
                  </a:ext>
                </a:extLst>
              </p14:cNvPr>
              <p14:cNvContentPartPr/>
              <p14:nvPr/>
            </p14:nvContentPartPr>
            <p14:xfrm>
              <a:off x="14839492" y="1914525"/>
              <a:ext cx="395065" cy="1335037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AF5615-FF04-70DC-9FC1-85975B6127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21518" y="1896528"/>
                <a:ext cx="430653" cy="13706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B999CDA-F086-997C-9090-8D5D8A633FE0}"/>
                  </a:ext>
                </a:extLst>
              </p14:cNvPr>
              <p14:cNvContentPartPr/>
              <p14:nvPr/>
            </p14:nvContentPartPr>
            <p14:xfrm>
              <a:off x="15234557" y="1996168"/>
              <a:ext cx="793852" cy="785774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B999CDA-F086-997C-9090-8D5D8A633F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216564" y="1978179"/>
                <a:ext cx="829478" cy="821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65358B2-691F-7E64-E7BE-2F9942C90A48}"/>
                  </a:ext>
                </a:extLst>
              </p14:cNvPr>
              <p14:cNvContentPartPr/>
              <p14:nvPr/>
            </p14:nvContentPartPr>
            <p14:xfrm>
              <a:off x="15185571" y="1793777"/>
              <a:ext cx="1305016" cy="351347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65358B2-691F-7E64-E7BE-2F9942C90A4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67576" y="1775796"/>
                <a:ext cx="1340647" cy="386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EF43CB-A843-82D7-4576-C49B0A58C63B}"/>
                  </a:ext>
                </a:extLst>
              </p14:cNvPr>
              <p14:cNvContentPartPr/>
              <p14:nvPr/>
            </p14:nvContentPartPr>
            <p14:xfrm>
              <a:off x="15250886" y="1081334"/>
              <a:ext cx="749548" cy="702562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EF43CB-A843-82D7-4576-C49B0A58C6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232894" y="1063347"/>
                <a:ext cx="785172" cy="738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FFBF38A-E4BC-A7DB-688A-57950CA66F7A}"/>
                  </a:ext>
                </a:extLst>
              </p14:cNvPr>
              <p14:cNvContentPartPr/>
              <p14:nvPr/>
            </p14:nvContentPartPr>
            <p14:xfrm>
              <a:off x="15822386" y="1016453"/>
              <a:ext cx="182986" cy="341079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FFBF38A-E4BC-A7DB-688A-57950CA66F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804411" y="998483"/>
                <a:ext cx="218577" cy="376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80B881-6FC5-B8E3-A599-4BAC89F5F9ED}"/>
                  </a:ext>
                </a:extLst>
              </p14:cNvPr>
              <p14:cNvContentPartPr/>
              <p14:nvPr/>
            </p14:nvContentPartPr>
            <p14:xfrm>
              <a:off x="14187491" y="1242992"/>
              <a:ext cx="1014408" cy="65520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80B881-6FC5-B8E3-A599-4BAC89F5F9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69499" y="1225002"/>
                <a:ext cx="1050033" cy="690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45D959A-C862-685E-E0ED-FB3099EE3FFA}"/>
                  </a:ext>
                </a:extLst>
              </p14:cNvPr>
              <p14:cNvContentPartPr/>
              <p14:nvPr/>
            </p14:nvContentPartPr>
            <p14:xfrm>
              <a:off x="13942979" y="1824704"/>
              <a:ext cx="1193607" cy="250744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45D959A-C862-685E-E0ED-FB3099EE3FF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924987" y="1806742"/>
                <a:ext cx="1229232" cy="286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4CD8383-176D-066C-3DA9-FBB159107E8F}"/>
                  </a:ext>
                </a:extLst>
              </p14:cNvPr>
              <p14:cNvContentPartPr/>
              <p14:nvPr/>
            </p14:nvContentPartPr>
            <p14:xfrm>
              <a:off x="15218230" y="1979839"/>
              <a:ext cx="411121" cy="1124254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4CD8383-176D-066C-3DA9-FBB159107E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200246" y="1961845"/>
                <a:ext cx="446730" cy="1159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CF82621-2F15-2730-95D1-12E2A3F2925B}"/>
                  </a:ext>
                </a:extLst>
              </p14:cNvPr>
              <p14:cNvContentPartPr/>
              <p14:nvPr/>
            </p14:nvContentPartPr>
            <p14:xfrm>
              <a:off x="14663058" y="187533"/>
              <a:ext cx="778344" cy="46912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CF82621-2F15-2730-95D1-12E2A3F2925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645066" y="169545"/>
                <a:ext cx="813969" cy="504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C3C72BA-DB9B-3956-17C6-D832183B36D3}"/>
                  </a:ext>
                </a:extLst>
              </p14:cNvPr>
              <p14:cNvContentPartPr/>
              <p14:nvPr/>
            </p14:nvContentPartPr>
            <p14:xfrm>
              <a:off x="15985671" y="608239"/>
              <a:ext cx="145210" cy="307235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C3C72BA-DB9B-3956-17C6-D832183B36D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967744" y="590272"/>
                <a:ext cx="180706" cy="342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4AFE0B8-7727-1622-9853-2CE5BACA64D3}"/>
                  </a:ext>
                </a:extLst>
              </p14:cNvPr>
              <p14:cNvContentPartPr/>
              <p14:nvPr/>
            </p14:nvContentPartPr>
            <p14:xfrm>
              <a:off x="16230600" y="575581"/>
              <a:ext cx="20410" cy="178727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4AFE0B8-7727-1622-9853-2CE5BACA64D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209340" y="557600"/>
                <a:ext cx="62506" cy="214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D9661D2-9222-C776-96A7-211387994B11}"/>
                  </a:ext>
                </a:extLst>
              </p14:cNvPr>
              <p14:cNvContentPartPr/>
              <p14:nvPr/>
            </p14:nvContentPartPr>
            <p14:xfrm>
              <a:off x="16103441" y="100212"/>
              <a:ext cx="111801" cy="33576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D9661D2-9222-C776-96A7-211387994B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085467" y="82218"/>
                <a:ext cx="147390" cy="371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B1D4724-F4A0-63D5-52D2-B8A784CE6C95}"/>
                  </a:ext>
                </a:extLst>
              </p14:cNvPr>
              <p14:cNvContentPartPr/>
              <p14:nvPr/>
            </p14:nvContentPartPr>
            <p14:xfrm>
              <a:off x="16475529" y="151039"/>
              <a:ext cx="20410" cy="376644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B1D4724-F4A0-63D5-52D2-B8A784CE6C9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455029" y="133052"/>
                <a:ext cx="2041000" cy="412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5E7C69E-EDA2-9AC7-53A7-E2383667D670}"/>
                  </a:ext>
                </a:extLst>
              </p14:cNvPr>
              <p14:cNvContentPartPr/>
              <p14:nvPr/>
            </p14:nvContentPartPr>
            <p14:xfrm>
              <a:off x="16687802" y="134710"/>
              <a:ext cx="20410" cy="520699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5E7C69E-EDA2-9AC7-53A7-E2383667D67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667302" y="116730"/>
                <a:ext cx="2041000" cy="556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F13A5FD-99E7-0CD1-97F7-100E25957FAD}"/>
                  </a:ext>
                </a:extLst>
              </p14:cNvPr>
              <p14:cNvContentPartPr/>
              <p14:nvPr/>
            </p14:nvContentPartPr>
            <p14:xfrm>
              <a:off x="16720457" y="1402728"/>
              <a:ext cx="1328164" cy="513318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F13A5FD-99E7-0CD1-97F7-100E25957FA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702460" y="1384742"/>
                <a:ext cx="1363798" cy="548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747184D-CB65-2580-7AB5-556FF238C6E6}"/>
                  </a:ext>
                </a:extLst>
              </p14:cNvPr>
              <p14:cNvContentPartPr/>
              <p14:nvPr/>
            </p14:nvContentPartPr>
            <p14:xfrm>
              <a:off x="16047320" y="2389637"/>
              <a:ext cx="1555700" cy="761563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747184D-CB65-2580-7AB5-556FF238C6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029327" y="2371650"/>
                <a:ext cx="1591327" cy="797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524C73-B0C6-626B-0303-74B01F412F83}"/>
                  </a:ext>
                </a:extLst>
              </p14:cNvPr>
              <p14:cNvContentPartPr/>
              <p14:nvPr/>
            </p14:nvContentPartPr>
            <p14:xfrm>
              <a:off x="15199998" y="3253468"/>
              <a:ext cx="592306" cy="575509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524C73-B0C6-626B-0303-74B01F412F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182006" y="3235483"/>
                <a:ext cx="627931" cy="611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A29C736-CD7E-C5FC-3A77-CE6B51A211A0}"/>
                  </a:ext>
                </a:extLst>
              </p14:cNvPr>
              <p14:cNvContentPartPr/>
              <p14:nvPr/>
            </p14:nvContentPartPr>
            <p14:xfrm>
              <a:off x="15626445" y="3269796"/>
              <a:ext cx="20410" cy="2041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A29C736-CD7E-C5FC-3A77-CE6B51A211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605945" y="2249296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D2C17DA-7A96-FB96-DADF-FD659DBD908F}"/>
                  </a:ext>
                </a:extLst>
              </p14:cNvPr>
              <p14:cNvContentPartPr/>
              <p14:nvPr/>
            </p14:nvContentPartPr>
            <p14:xfrm>
              <a:off x="15822386" y="3286124"/>
              <a:ext cx="176382" cy="258745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D2C17DA-7A96-FB96-DADF-FD659DBD908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04424" y="3268131"/>
                <a:ext cx="211946" cy="2943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5A23FA7-0104-4D80-26CF-884F08C2EA58}"/>
                  </a:ext>
                </a:extLst>
              </p14:cNvPr>
              <p14:cNvContentPartPr/>
              <p14:nvPr/>
            </p14:nvContentPartPr>
            <p14:xfrm>
              <a:off x="15773400" y="3396982"/>
              <a:ext cx="141828" cy="52428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5A23FA7-0104-4D80-26CF-884F08C2EA5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755447" y="3379149"/>
                <a:ext cx="177375" cy="87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030FC7-660F-FD98-2E9C-58D67C17A222}"/>
                  </a:ext>
                </a:extLst>
              </p14:cNvPr>
              <p14:cNvContentPartPr/>
              <p14:nvPr/>
            </p14:nvContentPartPr>
            <p14:xfrm>
              <a:off x="16081707" y="3318782"/>
              <a:ext cx="284482" cy="215436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030FC7-660F-FD98-2E9C-58D67C17A22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063725" y="3300799"/>
                <a:ext cx="320087" cy="2510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2D47701-3B42-1DF1-3C24-52CA012CA6B6}"/>
                  </a:ext>
                </a:extLst>
              </p14:cNvPr>
              <p14:cNvContentPartPr/>
              <p14:nvPr/>
            </p14:nvContentPartPr>
            <p14:xfrm>
              <a:off x="13177158" y="3446191"/>
              <a:ext cx="410197" cy="394032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2D47701-3B42-1DF1-3C24-52CA012CA6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159167" y="3428215"/>
                <a:ext cx="445819" cy="4296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B6C9E45-3F7E-1F68-7116-9CAB80F97DBE}"/>
                  </a:ext>
                </a:extLst>
              </p14:cNvPr>
              <p14:cNvContentPartPr/>
              <p14:nvPr/>
            </p14:nvContentPartPr>
            <p14:xfrm>
              <a:off x="13600988" y="3050968"/>
              <a:ext cx="693557" cy="658528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B6C9E45-3F7E-1F68-7116-9CAB80F97DB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583002" y="3032975"/>
                <a:ext cx="729170" cy="6941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08EB043-BA89-6E23-BB23-C0E65EC1812F}"/>
                  </a:ext>
                </a:extLst>
              </p14:cNvPr>
              <p14:cNvContentPartPr/>
              <p14:nvPr/>
            </p14:nvContentPartPr>
            <p14:xfrm>
              <a:off x="14009915" y="3203830"/>
              <a:ext cx="89646" cy="82294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08EB043-BA89-6E23-BB23-C0E65EC1812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991986" y="3185862"/>
                <a:ext cx="125146" cy="117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93F38EB-4ECB-D4F4-585B-7DADE24B6A0D}"/>
                  </a:ext>
                </a:extLst>
              </p14:cNvPr>
              <p14:cNvContentPartPr/>
              <p14:nvPr/>
            </p14:nvContentPartPr>
            <p14:xfrm>
              <a:off x="14091557" y="3138239"/>
              <a:ext cx="145801" cy="49913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93F38EB-4ECB-D4F4-585B-7DADE24B6A0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073601" y="3120285"/>
                <a:ext cx="181353" cy="85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683C8B5-6CDE-A3BA-0C54-4865521A1DA8}"/>
                  </a:ext>
                </a:extLst>
              </p14:cNvPr>
              <p14:cNvContentPartPr/>
              <p14:nvPr/>
            </p14:nvContentPartPr>
            <p14:xfrm>
              <a:off x="13585373" y="3534553"/>
              <a:ext cx="60288" cy="97425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683C8B5-6CDE-A3BA-0C54-4865521A1DA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567430" y="3516578"/>
                <a:ext cx="95815" cy="133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8EB38F9-E287-19E9-F6AE-796D029C7B6A}"/>
                  </a:ext>
                </a:extLst>
              </p14:cNvPr>
              <p14:cNvContentPartPr/>
              <p14:nvPr/>
            </p14:nvContentPartPr>
            <p14:xfrm>
              <a:off x="13307785" y="2355396"/>
              <a:ext cx="349239" cy="378741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8EB38F9-E287-19E9-F6AE-796D029C7B6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289802" y="2337412"/>
                <a:ext cx="384846" cy="414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72EA73-7838-A9F6-64FF-1BC671006B74}"/>
                  </a:ext>
                </a:extLst>
              </p14:cNvPr>
              <p14:cNvContentPartPr/>
              <p14:nvPr/>
            </p14:nvContentPartPr>
            <p14:xfrm>
              <a:off x="13128171" y="2434170"/>
              <a:ext cx="310339" cy="100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72EA73-7838-A9F6-64FF-1BC671006B7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3110191" y="2416227"/>
                <a:ext cx="345940" cy="136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163531D-6B37-CC09-D583-0CDB30B176C4}"/>
                  </a:ext>
                </a:extLst>
              </p14:cNvPr>
              <p14:cNvContentPartPr/>
              <p14:nvPr/>
            </p14:nvContentPartPr>
            <p14:xfrm>
              <a:off x="13667016" y="2371724"/>
              <a:ext cx="231905" cy="246271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163531D-6B37-CC09-D583-0CDB30B176C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649039" y="2353748"/>
                <a:ext cx="267500" cy="281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FF04415-F46D-ED08-CDAF-EF6B60D8CB62}"/>
                  </a:ext>
                </a:extLst>
              </p14:cNvPr>
              <p14:cNvContentPartPr/>
              <p14:nvPr/>
            </p14:nvContentPartPr>
            <p14:xfrm>
              <a:off x="12651728" y="1617845"/>
              <a:ext cx="1201755" cy="432584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FF04415-F46D-ED08-CDAF-EF6B60D8CB6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633738" y="1599866"/>
                <a:ext cx="1237376" cy="468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421D61E-46D3-469B-16B3-47166AF1FD3A}"/>
                  </a:ext>
                </a:extLst>
              </p14:cNvPr>
              <p14:cNvContentPartPr/>
              <p14:nvPr/>
            </p14:nvContentPartPr>
            <p14:xfrm>
              <a:off x="15838713" y="204721"/>
              <a:ext cx="374421" cy="501718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421D61E-46D3-469B-16B3-47166AF1FD3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820729" y="186738"/>
                <a:ext cx="410029" cy="5373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1DA49DA-9B32-60B6-CEDE-2F7C503C1FE8}"/>
                  </a:ext>
                </a:extLst>
              </p14:cNvPr>
              <p14:cNvContentPartPr/>
              <p14:nvPr/>
            </p14:nvContentPartPr>
            <p14:xfrm>
              <a:off x="16279588" y="314325"/>
              <a:ext cx="20410" cy="326536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1DA49DA-9B32-60B6-CEDE-2F7C503C1FE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259088" y="296344"/>
                <a:ext cx="2041000" cy="362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F5C80DB-6C25-C6AF-83B0-FEA23FD10988}"/>
                  </a:ext>
                </a:extLst>
              </p14:cNvPr>
              <p14:cNvContentPartPr/>
              <p14:nvPr/>
            </p14:nvContentPartPr>
            <p14:xfrm>
              <a:off x="16230600" y="118382"/>
              <a:ext cx="20410" cy="2041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F5C80DB-6C25-C6AF-83B0-FEA23FD1098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210100" y="-902118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08BFDCD-6E9E-B4D4-04CB-377B94E8AF14}"/>
                  </a:ext>
                </a:extLst>
              </p14:cNvPr>
              <p14:cNvContentPartPr/>
              <p14:nvPr/>
            </p14:nvContentPartPr>
            <p14:xfrm>
              <a:off x="13686503" y="882678"/>
              <a:ext cx="270892" cy="120334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08BFDCD-6E9E-B4D4-04CB-377B94E8AF1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3668515" y="864718"/>
                <a:ext cx="306507" cy="155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1CBCA77-2870-9D01-9018-6B925732F386}"/>
                  </a:ext>
                </a:extLst>
              </p14:cNvPr>
              <p14:cNvContentPartPr/>
              <p14:nvPr/>
            </p14:nvContentPartPr>
            <p14:xfrm>
              <a:off x="14630399" y="379639"/>
              <a:ext cx="32401" cy="292299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1CBCA77-2870-9D01-9018-6B925732F38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4612596" y="361662"/>
                <a:ext cx="67650" cy="327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3865849-496C-E634-1085-E54043AEE149}"/>
                  </a:ext>
                </a:extLst>
              </p14:cNvPr>
              <p14:cNvContentPartPr/>
              <p14:nvPr/>
            </p14:nvContentPartPr>
            <p14:xfrm>
              <a:off x="15414171" y="314325"/>
              <a:ext cx="130293" cy="309136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3865849-496C-E634-1085-E54043AEE14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5396224" y="296352"/>
                <a:ext cx="165827" cy="344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0F127F9-EBAD-3E12-0B52-6CB1BF78DB6F}"/>
                  </a:ext>
                </a:extLst>
              </p14:cNvPr>
              <p14:cNvContentPartPr/>
              <p14:nvPr/>
            </p14:nvContentPartPr>
            <p14:xfrm>
              <a:off x="14923613" y="382618"/>
              <a:ext cx="86242" cy="266269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0F127F9-EBAD-3E12-0B52-6CB1BF78DB6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4905646" y="364627"/>
                <a:ext cx="121817" cy="301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717370B-761E-CA8D-1B7C-DA13D8C394D7}"/>
                  </a:ext>
                </a:extLst>
              </p14:cNvPr>
              <p14:cNvContentPartPr/>
              <p14:nvPr/>
            </p14:nvContentPartPr>
            <p14:xfrm>
              <a:off x="2710543" y="5245553"/>
              <a:ext cx="20410" cy="2041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717370B-761E-CA8D-1B7C-DA13D8C394D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90043" y="4225053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90FC9C6-BDAE-A164-5FDB-4266D1962277}"/>
                  </a:ext>
                </a:extLst>
              </p14:cNvPr>
              <p14:cNvContentPartPr/>
              <p14:nvPr/>
            </p14:nvContentPartPr>
            <p14:xfrm>
              <a:off x="3200400" y="5278211"/>
              <a:ext cx="20410" cy="2041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90FC9C6-BDAE-A164-5FDB-4266D196227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79900" y="4257711"/>
                <a:ext cx="2041000" cy="204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23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639D4-B799-5327-B71F-420C5265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ED052-DC0B-E07D-F6FB-98FE0EC1DE64}"/>
              </a:ext>
            </a:extLst>
          </p:cNvPr>
          <p:cNvSpPr txBox="1"/>
          <p:nvPr/>
        </p:nvSpPr>
        <p:spPr>
          <a:xfrm>
            <a:off x="1169376" y="261048"/>
            <a:ext cx="15263446" cy="1667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Representation – Word Embeddings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B957B4F-6DB2-43B7-4962-DD13DC4FCD12}"/>
              </a:ext>
            </a:extLst>
          </p:cNvPr>
          <p:cNvSpPr txBox="1">
            <a:spLocks/>
          </p:cNvSpPr>
          <p:nvPr/>
        </p:nvSpPr>
        <p:spPr>
          <a:xfrm>
            <a:off x="1512276" y="1928603"/>
            <a:ext cx="15263445" cy="4352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lnSpc>
                <a:spcPct val="90000"/>
              </a:lnSpc>
            </a:pPr>
            <a:r>
              <a:rPr lang="en-US" sz="4000">
                <a:ea typeface="+mn-lt"/>
                <a:cs typeface="+mn-lt"/>
              </a:rPr>
              <a:t>Basically, </a:t>
            </a:r>
            <a:r>
              <a:rPr lang="en-US" sz="4000" b="1">
                <a:ea typeface="+mn-lt"/>
                <a:cs typeface="+mn-lt"/>
              </a:rPr>
              <a:t>Static </a:t>
            </a:r>
            <a:r>
              <a:rPr lang="en-US" sz="4000">
                <a:ea typeface="+mn-lt"/>
                <a:cs typeface="+mn-lt"/>
              </a:rPr>
              <a:t>Word Embeddings </a:t>
            </a:r>
          </a:p>
          <a:p>
            <a:pPr marL="800100" lvl="4" indent="-342900">
              <a:lnSpc>
                <a:spcPct val="90000"/>
              </a:lnSpc>
              <a:buFont typeface="Courier New" pitchFamily="34" charset="0"/>
              <a:buChar char="o"/>
            </a:pPr>
            <a:r>
              <a:rPr lang="en-US" sz="4000">
                <a:ea typeface="+mn-lt"/>
                <a:cs typeface="+mn-lt"/>
              </a:rPr>
              <a:t>Word2Vec, </a:t>
            </a:r>
            <a:r>
              <a:rPr lang="en-US" sz="4000" err="1">
                <a:ea typeface="+mn-lt"/>
                <a:cs typeface="+mn-lt"/>
              </a:rPr>
              <a:t>GloVe</a:t>
            </a:r>
            <a:r>
              <a:rPr lang="en-US" sz="4000">
                <a:ea typeface="+mn-lt"/>
                <a:cs typeface="+mn-lt"/>
              </a:rPr>
              <a:t>, </a:t>
            </a:r>
            <a:r>
              <a:rPr lang="en-US" sz="4000" err="1">
                <a:ea typeface="+mn-lt"/>
                <a:cs typeface="+mn-lt"/>
              </a:rPr>
              <a:t>FastText</a:t>
            </a:r>
            <a:r>
              <a:rPr lang="en-US" sz="4000">
                <a:ea typeface="+mn-lt"/>
                <a:cs typeface="+mn-lt"/>
              </a:rPr>
              <a:t>, etc.</a:t>
            </a:r>
          </a:p>
          <a:p>
            <a:pPr marL="342900" lvl="2" indent="-342900">
              <a:lnSpc>
                <a:spcPct val="90000"/>
              </a:lnSpc>
            </a:pPr>
            <a:r>
              <a:rPr lang="en-US" sz="4000">
                <a:ea typeface="+mn-lt"/>
                <a:cs typeface="+mn-lt"/>
              </a:rPr>
              <a:t>Embeds words into continuous vector space based on their context </a:t>
            </a:r>
          </a:p>
          <a:p>
            <a:pPr marL="342900" lvl="2" indent="-342900">
              <a:lnSpc>
                <a:spcPct val="90000"/>
              </a:lnSpc>
            </a:pPr>
            <a:r>
              <a:rPr lang="en-US" sz="4000">
                <a:ea typeface="+mn-lt"/>
                <a:cs typeface="+mn-lt"/>
              </a:rPr>
              <a:t>Words appearing in similar contexts are placed close together</a:t>
            </a:r>
          </a:p>
          <a:p>
            <a:pPr lvl="2">
              <a:lnSpc>
                <a:spcPct val="90000"/>
              </a:lnSpc>
              <a:buFont typeface="Wingdings" pitchFamily="34" charset="0"/>
              <a:buChar char="§"/>
            </a:pPr>
            <a:endParaRPr lang="en-US" sz="3200">
              <a:ea typeface="+mn-lt"/>
              <a:cs typeface="+mn-lt"/>
            </a:endParaRPr>
          </a:p>
          <a:p>
            <a:pPr indent="-228600">
              <a:lnSpc>
                <a:spcPct val="90000"/>
              </a:lnSpc>
            </a:pPr>
            <a:endParaRPr lang="en-US" sz="2400">
              <a:ea typeface="Calibri"/>
              <a:cs typeface="Calibri"/>
            </a:endParaRPr>
          </a:p>
          <a:p>
            <a:pPr marL="0" indent="-228600">
              <a:lnSpc>
                <a:spcPct val="90000"/>
              </a:lnSpc>
            </a:pPr>
            <a:endParaRPr lang="en-US" sz="2400"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983ABA-7E8B-ACD4-A9BB-E963BF1F8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487277"/>
              </p:ext>
            </p:extLst>
          </p:nvPr>
        </p:nvGraphicFramePr>
        <p:xfrm>
          <a:off x="1508662" y="5684271"/>
          <a:ext cx="10510014" cy="3688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27040">
                  <a:extLst>
                    <a:ext uri="{9D8B030D-6E8A-4147-A177-3AD203B41FA5}">
                      <a16:colId xmlns:a16="http://schemas.microsoft.com/office/drawing/2014/main" val="2104763210"/>
                    </a:ext>
                  </a:extLst>
                </a:gridCol>
                <a:gridCol w="8082974">
                  <a:extLst>
                    <a:ext uri="{9D8B030D-6E8A-4147-A177-3AD203B41FA5}">
                      <a16:colId xmlns:a16="http://schemas.microsoft.com/office/drawing/2014/main" val="2747168276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b="1" kern="1200">
                          <a:solidFill>
                            <a:srgbClr val="0070C0"/>
                          </a:solidFill>
                          <a:latin typeface="+mn-lt"/>
                          <a:ea typeface="+mn-lt"/>
                          <a:cs typeface="+mn-lt"/>
                        </a:rPr>
                        <a:t>Word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b="1" kern="1200">
                          <a:solidFill>
                            <a:srgbClr val="0070C0"/>
                          </a:solidFill>
                          <a:latin typeface="+mn-lt"/>
                          <a:ea typeface="+mn-lt"/>
                          <a:cs typeface="+mn-lt"/>
                        </a:rPr>
                        <a:t>Embedding (5 Dimensional)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0618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002060"/>
                          </a:solidFill>
                          <a:latin typeface="+mn-lt"/>
                          <a:ea typeface="+mn-lt"/>
                          <a:cs typeface="+mn-lt"/>
                        </a:rPr>
                        <a:t>ram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[0.2, -0.1, 0.3, 0.8, -0.2]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8195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marL="0" lvl="2" indent="0" algn="l" defTabSz="914400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002060"/>
                          </a:solidFill>
                          <a:latin typeface="+mn-lt"/>
                          <a:ea typeface="+mn-lt"/>
                          <a:cs typeface="+mn-lt"/>
                        </a:rPr>
                        <a:t>kill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[0.1, -0.3, 0.7, 0.4, 0.0]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423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002060"/>
                          </a:solidFill>
                          <a:latin typeface="+mn-lt"/>
                          <a:ea typeface="+mn-lt"/>
                          <a:cs typeface="+mn-lt"/>
                        </a:rPr>
                        <a:t>marry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[0.3, 0.1, -0.4, 0.6, 0.1]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9248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 err="1">
                          <a:solidFill>
                            <a:srgbClr val="002060"/>
                          </a:solidFill>
                          <a:latin typeface="+mn-lt"/>
                          <a:ea typeface="+mn-lt"/>
                          <a:cs typeface="+mn-lt"/>
                        </a:rPr>
                        <a:t>ravan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2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sz="4000" kern="120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[0.0, -0.2, 0.6, 0.5, 0.3]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3191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C6B945-A2D6-C866-F843-B5EFE6A2293A}"/>
                  </a:ext>
                </a:extLst>
              </p14:cNvPr>
              <p14:cNvContentPartPr/>
              <p14:nvPr/>
            </p14:nvContentPartPr>
            <p14:xfrm>
              <a:off x="13993588" y="5670097"/>
              <a:ext cx="20410" cy="2041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C6B945-A2D6-C866-F843-B5EFE6A229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73088" y="4649597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A6005F0-FC78-2BB5-05CD-CF4F81C29968}"/>
                  </a:ext>
                </a:extLst>
              </p14:cNvPr>
              <p14:cNvContentPartPr/>
              <p14:nvPr/>
            </p14:nvContentPartPr>
            <p14:xfrm>
              <a:off x="13927559" y="5604782"/>
              <a:ext cx="66027" cy="3884384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A6005F0-FC78-2BB5-05CD-CF4F81C299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09714" y="5586784"/>
                <a:ext cx="101360" cy="3920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1D8D53-0DE0-C676-6A3D-F2C911B5787C}"/>
                  </a:ext>
                </a:extLst>
              </p14:cNvPr>
              <p14:cNvContentPartPr/>
              <p14:nvPr/>
            </p14:nvContentPartPr>
            <p14:xfrm>
              <a:off x="11446328" y="7171554"/>
              <a:ext cx="5958114" cy="21372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1D8D53-0DE0-C676-6A3D-F2C911B578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28329" y="7153594"/>
                <a:ext cx="5993753" cy="249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4DC3EC-63B6-301B-A7DB-80CC6AE1811D}"/>
                  </a:ext>
                </a:extLst>
              </p14:cNvPr>
              <p14:cNvContentPartPr/>
              <p14:nvPr/>
            </p14:nvContentPartPr>
            <p14:xfrm>
              <a:off x="13911945" y="7221311"/>
              <a:ext cx="20410" cy="2041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4DC3EC-63B6-301B-A7DB-80CC6AE181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1445" y="6200811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261CD8-CDD4-DBC6-BBF9-8AC6C8E7F6DD}"/>
                  </a:ext>
                </a:extLst>
              </p14:cNvPr>
              <p14:cNvContentPartPr/>
              <p14:nvPr/>
            </p14:nvContentPartPr>
            <p14:xfrm>
              <a:off x="13928272" y="5564622"/>
              <a:ext cx="1683616" cy="1738331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261CD8-CDD4-DBC6-BBF9-8AC6C8E7F6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10277" y="5546627"/>
                <a:ext cx="1719246" cy="17739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BF00F10-D5B2-DA30-F2FF-15F27802673D}"/>
                  </a:ext>
                </a:extLst>
              </p14:cNvPr>
              <p14:cNvContentPartPr/>
              <p14:nvPr/>
            </p14:nvContentPartPr>
            <p14:xfrm>
              <a:off x="13928271" y="5864592"/>
              <a:ext cx="2338473" cy="143836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BF00F10-D5B2-DA30-F2FF-15F2780267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910274" y="5846594"/>
                <a:ext cx="2374106" cy="1473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681ADA3-0076-8BF9-953E-411148ED7AA4}"/>
                  </a:ext>
                </a:extLst>
              </p14:cNvPr>
              <p14:cNvContentPartPr/>
              <p14:nvPr/>
            </p14:nvContentPartPr>
            <p14:xfrm>
              <a:off x="15644619" y="4949745"/>
              <a:ext cx="437466" cy="45820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681ADA3-0076-8BF9-953E-411148ED7A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626631" y="4931762"/>
                <a:ext cx="473082" cy="4938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A8BEAB8-530D-1B7A-23FB-87052660F93B}"/>
                  </a:ext>
                </a:extLst>
              </p14:cNvPr>
              <p14:cNvContentPartPr/>
              <p14:nvPr/>
            </p14:nvContentPartPr>
            <p14:xfrm>
              <a:off x="16081354" y="4878744"/>
              <a:ext cx="1093161" cy="40994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A8BEAB8-530D-1B7A-23FB-87052660F93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063363" y="4860764"/>
                <a:ext cx="1128784" cy="4455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B1E8BF8-07E5-29B5-4034-4BDCA2F01203}"/>
                  </a:ext>
                </a:extLst>
              </p14:cNvPr>
              <p14:cNvContentPartPr/>
              <p14:nvPr/>
            </p14:nvContentPartPr>
            <p14:xfrm>
              <a:off x="16460412" y="5768068"/>
              <a:ext cx="532882" cy="474164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B1E8BF8-07E5-29B5-4034-4BDCA2F0120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442421" y="5750080"/>
                <a:ext cx="568503" cy="509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04D3B1C-F0CF-D087-9EE7-51C8ACCAFF20}"/>
                  </a:ext>
                </a:extLst>
              </p14:cNvPr>
              <p14:cNvContentPartPr/>
              <p14:nvPr/>
            </p14:nvContentPartPr>
            <p14:xfrm>
              <a:off x="17112343" y="5784396"/>
              <a:ext cx="125874" cy="292087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04D3B1C-F0CF-D087-9EE7-51C8ACCAFF2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094361" y="5766410"/>
                <a:ext cx="161478" cy="327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DA4AAA6-9AFC-9C0E-3BAA-C0D7651551DD}"/>
                  </a:ext>
                </a:extLst>
              </p14:cNvPr>
              <p14:cNvContentPartPr/>
              <p14:nvPr/>
            </p14:nvContentPartPr>
            <p14:xfrm>
              <a:off x="16815144" y="5519647"/>
              <a:ext cx="256553" cy="24376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DA4AAA6-9AFC-9C0E-3BAA-C0D7651551D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797178" y="5501670"/>
                <a:ext cx="292125" cy="279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9E1F333-A731-841D-931C-6C473A1B2CE3}"/>
                  </a:ext>
                </a:extLst>
              </p14:cNvPr>
              <p14:cNvContentPartPr/>
              <p14:nvPr/>
            </p14:nvContentPartPr>
            <p14:xfrm>
              <a:off x="17226642" y="5343524"/>
              <a:ext cx="517791" cy="474881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9E1F333-A731-841D-931C-6C473A1B2C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208651" y="5325536"/>
                <a:ext cx="553414" cy="510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03E1A76-1CAD-0631-7DAF-4D080810184C}"/>
                  </a:ext>
                </a:extLst>
              </p14:cNvPr>
              <p14:cNvContentPartPr/>
              <p14:nvPr/>
            </p14:nvContentPartPr>
            <p14:xfrm>
              <a:off x="17275628" y="5391005"/>
              <a:ext cx="249703" cy="262762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03E1A76-1CAD-0631-7DAF-4D080810184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257664" y="5373032"/>
                <a:ext cx="285272" cy="298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7EFD35D-E3F1-F773-C3F1-0D2AE849F88B}"/>
                  </a:ext>
                </a:extLst>
              </p14:cNvPr>
              <p14:cNvContentPartPr/>
              <p14:nvPr/>
            </p14:nvContentPartPr>
            <p14:xfrm>
              <a:off x="17715202" y="5261882"/>
              <a:ext cx="382076" cy="353212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7EFD35D-E3F1-F773-C3F1-0D2AE849F88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7697230" y="5243898"/>
                <a:ext cx="417660" cy="3888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A3CE2D0-C79E-8433-CD84-12DDE885BD6E}"/>
                  </a:ext>
                </a:extLst>
              </p14:cNvPr>
              <p14:cNvContentPartPr/>
              <p14:nvPr/>
            </p14:nvContentPartPr>
            <p14:xfrm>
              <a:off x="13862957" y="6256513"/>
              <a:ext cx="2557811" cy="106277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A3CE2D0-C79E-8433-CD84-12DDE885BD6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844959" y="6238518"/>
                <a:ext cx="2593446" cy="109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66F76C2-1BC3-A798-4FA4-EB5188EF9A72}"/>
                  </a:ext>
                </a:extLst>
              </p14:cNvPr>
              <p14:cNvContentPartPr/>
              <p14:nvPr/>
            </p14:nvContentPartPr>
            <p14:xfrm>
              <a:off x="15904028" y="6715124"/>
              <a:ext cx="655037" cy="266549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66F76C2-1BC3-A798-4FA4-EB5188EF9A7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5886042" y="6697138"/>
                <a:ext cx="690649" cy="302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327A22E-6B65-6395-E91E-074C97B989C4}"/>
                  </a:ext>
                </a:extLst>
              </p14:cNvPr>
              <p14:cNvContentPartPr/>
              <p14:nvPr/>
            </p14:nvContentPartPr>
            <p14:xfrm>
              <a:off x="16637791" y="6486772"/>
              <a:ext cx="472969" cy="467774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327A22E-6B65-6395-E91E-074C97B989C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6619794" y="6468795"/>
                <a:ext cx="508604" cy="503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4213DFB-C213-9CDD-6206-9671E23B3453}"/>
                  </a:ext>
                </a:extLst>
              </p14:cNvPr>
              <p14:cNvContentPartPr/>
              <p14:nvPr/>
            </p14:nvContentPartPr>
            <p14:xfrm>
              <a:off x="17177659" y="6386844"/>
              <a:ext cx="160062" cy="362555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4213DFB-C213-9CDD-6206-9671E23B34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159715" y="6368860"/>
                <a:ext cx="195591" cy="398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905EA09-2C12-F7DF-3EDE-DC09BBEF5BDD}"/>
                  </a:ext>
                </a:extLst>
              </p14:cNvPr>
              <p14:cNvContentPartPr/>
              <p14:nvPr/>
            </p14:nvContentPartPr>
            <p14:xfrm>
              <a:off x="17340945" y="6144919"/>
              <a:ext cx="492382" cy="997927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905EA09-2C12-F7DF-3EDE-DC09BBEF5BD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7322962" y="6126925"/>
                <a:ext cx="527989" cy="1033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B2E8AF2-74BB-D089-E914-945663415274}"/>
                  </a:ext>
                </a:extLst>
              </p14:cNvPr>
              <p14:cNvContentPartPr/>
              <p14:nvPr/>
            </p14:nvContentPartPr>
            <p14:xfrm>
              <a:off x="11901561" y="7335610"/>
              <a:ext cx="1977724" cy="1811263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B2E8AF2-74BB-D089-E914-94566341527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883565" y="7317613"/>
                <a:ext cx="2013355" cy="1846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8539CD9-C6DB-4621-3219-4C1D6AD599FF}"/>
                  </a:ext>
                </a:extLst>
              </p14:cNvPr>
              <p14:cNvContentPartPr/>
              <p14:nvPr/>
            </p14:nvContentPartPr>
            <p14:xfrm>
              <a:off x="10953198" y="8084775"/>
              <a:ext cx="1696214" cy="12815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8539CD9-C6DB-4621-3219-4C1D6AD599F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935199" y="8066781"/>
                <a:ext cx="1731852" cy="1317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A3DA2A6-0E5E-BC65-109E-F264159A7DDC}"/>
                  </a:ext>
                </a:extLst>
              </p14:cNvPr>
              <p14:cNvContentPartPr/>
              <p14:nvPr/>
            </p14:nvContentPartPr>
            <p14:xfrm>
              <a:off x="10900448" y="7319283"/>
              <a:ext cx="2929853" cy="653949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A3DA2A6-0E5E-BC65-109E-F264159A7DD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882451" y="7301288"/>
                <a:ext cx="2965486" cy="689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243E54D-DA0A-E087-70EE-744C8134309F}"/>
                  </a:ext>
                </a:extLst>
              </p14:cNvPr>
              <p14:cNvContentPartPr/>
              <p14:nvPr/>
            </p14:nvContentPartPr>
            <p14:xfrm>
              <a:off x="10025743" y="7464323"/>
              <a:ext cx="514687" cy="506903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243E54D-DA0A-E087-70EE-744C8134309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007760" y="7446335"/>
                <a:ext cx="550294" cy="542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684EE14-A80B-5040-0CF9-4F7F9E65DF4E}"/>
                  </a:ext>
                </a:extLst>
              </p14:cNvPr>
              <p14:cNvContentPartPr/>
              <p14:nvPr/>
            </p14:nvContentPartPr>
            <p14:xfrm>
              <a:off x="10456667" y="6850010"/>
              <a:ext cx="860478" cy="749291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684EE14-A80B-5040-0CF9-4F7F9E65DF4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438673" y="6832024"/>
                <a:ext cx="896106" cy="784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E303DFA-4638-E419-8A55-5A7A01FED00C}"/>
                  </a:ext>
                </a:extLst>
              </p14:cNvPr>
              <p14:cNvContentPartPr/>
              <p14:nvPr/>
            </p14:nvContentPartPr>
            <p14:xfrm>
              <a:off x="10303328" y="6959176"/>
              <a:ext cx="263139" cy="150721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E303DFA-4638-E419-8A55-5A7A01FED00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285354" y="6941233"/>
                <a:ext cx="298727" cy="1862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9642E3C-0B38-9F3E-8288-470FA95BE17F}"/>
                  </a:ext>
                </a:extLst>
              </p14:cNvPr>
              <p14:cNvContentPartPr/>
              <p14:nvPr/>
            </p14:nvContentPartPr>
            <p14:xfrm>
              <a:off x="14401802" y="6715125"/>
              <a:ext cx="73526" cy="13707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9642E3C-0B38-9F3E-8288-470FA95BE17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4383869" y="6697137"/>
                <a:ext cx="109034" cy="172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D17EB4A-1BA1-A9AC-1A54-219A73709426}"/>
                  </a:ext>
                </a:extLst>
              </p14:cNvPr>
              <p14:cNvContentPartPr/>
              <p14:nvPr/>
            </p14:nvContentPartPr>
            <p14:xfrm>
              <a:off x="14467114" y="6813096"/>
              <a:ext cx="20410" cy="60232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D17EB4A-1BA1-A9AC-1A54-219A7370942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3446614" y="6795170"/>
                <a:ext cx="2041000" cy="95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9421DBA-788C-1542-5080-4EC22F670922}"/>
                  </a:ext>
                </a:extLst>
              </p14:cNvPr>
              <p14:cNvContentPartPr/>
              <p14:nvPr/>
            </p14:nvContentPartPr>
            <p14:xfrm>
              <a:off x="14581415" y="6584496"/>
              <a:ext cx="178350" cy="309961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9421DBA-788C-1542-5080-4EC22F67092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563436" y="6566517"/>
                <a:ext cx="213948" cy="3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517A404-76EE-EFE8-ED16-7335A312A5AB}"/>
                  </a:ext>
                </a:extLst>
              </p14:cNvPr>
              <p14:cNvContentPartPr/>
              <p14:nvPr/>
            </p14:nvContentPartPr>
            <p14:xfrm>
              <a:off x="13128171" y="7466239"/>
              <a:ext cx="144603" cy="278122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517A404-76EE-EFE8-ED16-7335A312A5A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3110230" y="7448272"/>
                <a:ext cx="180126" cy="313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CEAD7C1-BE32-BAF1-4E5A-F4977C8F5980}"/>
                  </a:ext>
                </a:extLst>
              </p14:cNvPr>
              <p14:cNvContentPartPr/>
              <p14:nvPr/>
            </p14:nvContentPartPr>
            <p14:xfrm>
              <a:off x="13569042" y="6889266"/>
              <a:ext cx="735457" cy="855837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CEAD7C1-BE32-BAF1-4E5A-F4977C8F598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551051" y="6871279"/>
                <a:ext cx="771078" cy="891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E48AF37-D36F-3023-4F06-A00B84AFB544}"/>
                  </a:ext>
                </a:extLst>
              </p14:cNvPr>
              <p14:cNvContentPartPr/>
              <p14:nvPr/>
            </p14:nvContentPartPr>
            <p14:xfrm>
              <a:off x="14041207" y="7742480"/>
              <a:ext cx="510815" cy="475539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E48AF37-D36F-3023-4F06-A00B84AFB54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4023221" y="7724494"/>
                <a:ext cx="546428" cy="511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F6BD84C-C4BA-16E9-164E-FE4DE2E7D637}"/>
                  </a:ext>
                </a:extLst>
              </p14:cNvPr>
              <p14:cNvContentPartPr/>
              <p14:nvPr/>
            </p14:nvContentPartPr>
            <p14:xfrm>
              <a:off x="14009914" y="7998614"/>
              <a:ext cx="497903" cy="2041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F6BD84C-C4BA-16E9-164E-FE4DE2E7D63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3991926" y="7944903"/>
                <a:ext cx="533519" cy="1267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829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4F58-D0E6-87AB-D1F5-875A58BE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FA635D-D03B-1247-D040-11A3D53AF005}"/>
              </a:ext>
            </a:extLst>
          </p:cNvPr>
          <p:cNvSpPr txBox="1"/>
          <p:nvPr/>
        </p:nvSpPr>
        <p:spPr>
          <a:xfrm>
            <a:off x="1059875" y="680195"/>
            <a:ext cx="16220528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Representation – Word Embeddings</a:t>
            </a:r>
            <a:endParaRPr lang="en-US" sz="6000">
              <a:solidFill>
                <a:srgbClr val="000000"/>
              </a:solidFill>
              <a:latin typeface="The Seasons Bold"/>
              <a:ea typeface="+mn-lt"/>
              <a:cs typeface="+mn-lt"/>
            </a:endParaRPr>
          </a:p>
          <a:p>
            <a:endParaRPr lang="en-US" sz="6000" b="1">
              <a:solidFill>
                <a:srgbClr val="004AAD"/>
              </a:solidFill>
              <a:latin typeface="The Seasons Bold"/>
              <a:ea typeface="Calibri"/>
              <a:cs typeface="Calibri"/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34E25F-C5D2-3FB6-3962-28774012321E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11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ea typeface="Calibri"/>
                <a:cs typeface="Calibri"/>
              </a:rPr>
              <a:t>The word embeddings are </a:t>
            </a:r>
            <a:r>
              <a:rPr lang="en-US" sz="4000" b="1">
                <a:solidFill>
                  <a:srgbClr val="FF0000"/>
                </a:solidFill>
                <a:ea typeface="Calibri"/>
                <a:cs typeface="Calibri"/>
              </a:rPr>
              <a:t>learned </a:t>
            </a:r>
            <a:r>
              <a:rPr lang="en-US" sz="4000">
                <a:ea typeface="Calibri"/>
                <a:cs typeface="Calibri"/>
              </a:rPr>
              <a:t>using Artificial Neural Network (ANN) to </a:t>
            </a:r>
            <a:r>
              <a:rPr lang="en-US" sz="4000" i="1">
                <a:ea typeface="Calibri"/>
                <a:cs typeface="Calibri"/>
              </a:rPr>
              <a:t>Predict context word given a target word or target word given context words</a:t>
            </a:r>
            <a:endParaRPr lang="en-US"/>
          </a:p>
          <a:p>
            <a:pPr lvl="1">
              <a:buFont typeface="Courier New" pitchFamily="34" charset="0"/>
              <a:buChar char="o"/>
            </a:pPr>
            <a:r>
              <a:rPr lang="en-US" sz="3600">
                <a:ea typeface="+mn-lt"/>
                <a:cs typeface="+mn-lt"/>
              </a:rPr>
              <a:t>(target, context) &gt; </a:t>
            </a:r>
            <a:r>
              <a:rPr lang="en-US" sz="3600" i="1">
                <a:ea typeface="Calibri"/>
                <a:cs typeface="Calibri"/>
              </a:rPr>
              <a:t>(ram, killed), (killed, </a:t>
            </a:r>
            <a:r>
              <a:rPr lang="en-US" sz="3600" i="1" err="1">
                <a:ea typeface="Calibri"/>
                <a:cs typeface="Calibri"/>
              </a:rPr>
              <a:t>ravan</a:t>
            </a:r>
            <a:r>
              <a:rPr lang="en-US" sz="3600" i="1">
                <a:ea typeface="Calibri"/>
                <a:cs typeface="Calibri"/>
              </a:rPr>
              <a:t>)…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endParaRPr lang="en-US" sz="3600" i="1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sz="3600">
              <a:ea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76E114-F7C2-80B7-6D77-56C351067D55}"/>
                  </a:ext>
                </a:extLst>
              </p14:cNvPr>
              <p14:cNvContentPartPr/>
              <p14:nvPr/>
            </p14:nvContentPartPr>
            <p14:xfrm>
              <a:off x="4343400" y="1147082"/>
              <a:ext cx="20410" cy="2041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76E114-F7C2-80B7-6D77-56C351067D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2900" y="126582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06B9BC-10C8-F77E-DC2F-0660A956E314}"/>
                  </a:ext>
                </a:extLst>
              </p14:cNvPr>
              <p14:cNvContentPartPr/>
              <p14:nvPr/>
            </p14:nvContentPartPr>
            <p14:xfrm>
              <a:off x="4343400" y="1147082"/>
              <a:ext cx="20410" cy="2041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06B9BC-10C8-F77E-DC2F-0660A956E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2900" y="126582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E3C170-4B32-1FC2-0CAA-EC8F00DDE7F5}"/>
                  </a:ext>
                </a:extLst>
              </p14:cNvPr>
              <p14:cNvContentPartPr/>
              <p14:nvPr/>
            </p14:nvContentPartPr>
            <p14:xfrm>
              <a:off x="4343400" y="1147082"/>
              <a:ext cx="20410" cy="2041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E3C170-4B32-1FC2-0CAA-EC8F00DDE7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2900" y="126582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DA856D-D1A5-35E9-CB35-81FEC7B55839}"/>
                  </a:ext>
                </a:extLst>
              </p14:cNvPr>
              <p14:cNvContentPartPr/>
              <p14:nvPr/>
            </p14:nvContentPartPr>
            <p14:xfrm>
              <a:off x="6858001" y="-404131"/>
              <a:ext cx="20410" cy="2041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DA856D-D1A5-35E9-CB35-81FEC7B558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7501" y="-1424631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5397AF-1E67-70BC-C4C7-570A8848925E}"/>
                  </a:ext>
                </a:extLst>
              </p14:cNvPr>
              <p14:cNvContentPartPr/>
              <p14:nvPr/>
            </p14:nvContentPartPr>
            <p14:xfrm>
              <a:off x="4816930" y="1310368"/>
              <a:ext cx="20410" cy="2041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5397AF-1E67-70BC-C4C7-570A884892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430" y="289868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C598ED-A837-1D88-616F-CCF15171BF1E}"/>
                  </a:ext>
                </a:extLst>
              </p14:cNvPr>
              <p14:cNvContentPartPr/>
              <p14:nvPr/>
            </p14:nvContentPartPr>
            <p14:xfrm>
              <a:off x="4816930" y="1310368"/>
              <a:ext cx="20410" cy="2041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C598ED-A837-1D88-616F-CCF15171BF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430" y="289868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C02E7BF-44F8-F7CE-50A1-39773470A3FC}"/>
                  </a:ext>
                </a:extLst>
              </p14:cNvPr>
              <p14:cNvContentPartPr/>
              <p14:nvPr/>
            </p14:nvContentPartPr>
            <p14:xfrm>
              <a:off x="4816930" y="1310368"/>
              <a:ext cx="20410" cy="2041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C02E7BF-44F8-F7CE-50A1-39773470A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430" y="289868"/>
                <a:ext cx="2041000" cy="20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5CF4B11-3860-35F3-3B68-0A1F3A35C0D2}"/>
                  </a:ext>
                </a:extLst>
              </p14:cNvPr>
              <p14:cNvContentPartPr/>
              <p14:nvPr/>
            </p14:nvContentPartPr>
            <p14:xfrm>
              <a:off x="898071" y="-191860"/>
              <a:ext cx="20410" cy="2041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5CF4B11-3860-35F3-3B68-0A1F3A35C0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2429" y="-1212360"/>
                <a:ext cx="2041000" cy="2041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7A38C5B-A72F-9FC6-7ED8-34BD442AA0D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9286" t="37301" r="29018" b="22063"/>
          <a:stretch>
            <a:fillRect/>
          </a:stretch>
        </p:blipFill>
        <p:spPr>
          <a:xfrm>
            <a:off x="1012371" y="5600700"/>
            <a:ext cx="7625456" cy="4180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6F784A-36E7-9507-A41D-75E9C1719A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8557" y="5600700"/>
            <a:ext cx="8616043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32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B6A4-2B75-C975-5174-BFD3639F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CA206D-24E5-8EBA-218E-7FABDA9191F8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Representation – Contextual &amp; Transformer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6A7B49CE-1B2B-EACE-4193-6B9563B5FCAB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28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ea typeface="+mn-lt"/>
                <a:cs typeface="+mn-lt"/>
              </a:rPr>
              <a:t>Contextual Embeddings</a:t>
            </a:r>
          </a:p>
          <a:p>
            <a:pPr lvl="1">
              <a:buFont typeface="Courier New" pitchFamily="34" charset="0"/>
              <a:buChar char="o"/>
            </a:pPr>
            <a:r>
              <a:rPr lang="en-US" sz="4800">
                <a:ea typeface="+mn-lt"/>
                <a:cs typeface="+mn-lt"/>
              </a:rPr>
              <a:t>Non-static word embeddings</a:t>
            </a:r>
            <a:endParaRPr lang="en-US" sz="4800"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r>
              <a:rPr lang="en-US" sz="4800">
                <a:ea typeface="+mn-lt"/>
                <a:cs typeface="+mn-lt"/>
              </a:rPr>
              <a:t>Embeddings for a word change in context of the surrounding words</a:t>
            </a:r>
          </a:p>
          <a:p>
            <a:pPr lvl="2">
              <a:buFont typeface="Wingdings" pitchFamily="34" charset="0"/>
              <a:buChar char="§"/>
            </a:pPr>
            <a:r>
              <a:rPr lang="en-US" sz="4400">
                <a:ea typeface="+mn-lt"/>
                <a:cs typeface="+mn-lt"/>
              </a:rPr>
              <a:t>"The bank of the river" → "bank" = [0.1, 0.2, ...]</a:t>
            </a:r>
            <a:endParaRPr lang="en-US" sz="4400">
              <a:ea typeface="Calibri"/>
              <a:cs typeface="Calibri"/>
            </a:endParaRPr>
          </a:p>
          <a:p>
            <a:pPr lvl="2">
              <a:buFont typeface="Wingdings" pitchFamily="34" charset="0"/>
              <a:buChar char="§"/>
            </a:pPr>
            <a:r>
              <a:rPr lang="en-US" sz="4400">
                <a:ea typeface="+mn-lt"/>
                <a:cs typeface="+mn-lt"/>
              </a:rPr>
              <a:t>"The bank approved my loan" → "bank" = [0.8, -0.1, ...]</a:t>
            </a:r>
            <a:endParaRPr lang="en-US" sz="4400"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r>
              <a:rPr lang="en-US" sz="4800">
                <a:ea typeface="+mn-lt"/>
                <a:cs typeface="+mn-lt"/>
              </a:rPr>
              <a:t>Can be achieved using LSTM, Bi-LSTM or transformer-based architectures</a:t>
            </a:r>
          </a:p>
          <a:p>
            <a:pPr marL="0" indent="0">
              <a:buNone/>
            </a:pPr>
            <a:endParaRPr lang="en-US" sz="6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0280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7449-ADD4-9780-6EFA-065201C5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33A56D-8C4B-10B8-4E91-C0B7D9855BF2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Representation – Contextual &amp; Transformer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9AD4EBD-E7BC-7C74-0B91-2B536174467D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282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ea typeface="+mn-lt"/>
                <a:cs typeface="+mn-lt"/>
              </a:rPr>
              <a:t>Transformer Architecture</a:t>
            </a:r>
          </a:p>
          <a:p>
            <a:pPr lvl="1">
              <a:buFont typeface="Courier New,monospace" pitchFamily="34" charset="0"/>
              <a:buChar char="o"/>
            </a:pPr>
            <a:r>
              <a:rPr lang="en-US" sz="3600">
                <a:ea typeface="+mn-lt"/>
                <a:cs typeface="+mn-lt"/>
              </a:rPr>
              <a:t>Uses self-attention to understand deep context and relationships</a:t>
            </a:r>
          </a:p>
          <a:p>
            <a:pPr lvl="1">
              <a:buFont typeface="Courier New,monospace" pitchFamily="34" charset="0"/>
              <a:buChar char="o"/>
            </a:pPr>
            <a:r>
              <a:rPr lang="en-US" sz="3600">
                <a:ea typeface="+mn-lt"/>
                <a:cs typeface="+mn-lt"/>
              </a:rPr>
              <a:t>Sentence: Ram killed Ravan. </a:t>
            </a:r>
            <a:endParaRPr lang="en-US" sz="3600">
              <a:ea typeface="Calibri"/>
              <a:cs typeface="Calibri"/>
            </a:endParaRPr>
          </a:p>
          <a:p>
            <a:pPr lvl="1">
              <a:buFont typeface="Courier New,monospace" pitchFamily="34" charset="0"/>
              <a:buChar char="o"/>
            </a:pPr>
            <a:r>
              <a:rPr lang="en-US" sz="3600">
                <a:ea typeface="+mn-lt"/>
                <a:cs typeface="+mn-lt"/>
              </a:rPr>
              <a:t>Tokens: ["Ram", " killed", " Ravan","."] with their own embedding vector  (word embedding +positional embedding)</a:t>
            </a:r>
          </a:p>
          <a:p>
            <a:pPr lvl="1">
              <a:buFont typeface="Courier New,monospace" pitchFamily="34" charset="0"/>
              <a:buChar char="o"/>
            </a:pPr>
            <a:r>
              <a:rPr lang="en-US" sz="3600">
                <a:ea typeface="+mn-lt"/>
                <a:cs typeface="+mn-lt"/>
              </a:rPr>
              <a:t>Meaning of the 'Ram' is understood in context of the 'killed' and 'Ravan' - attention and similarly for other words</a:t>
            </a:r>
          </a:p>
          <a:p>
            <a:pPr lvl="1">
              <a:buFont typeface="Courier New,monospace" pitchFamily="34" charset="0"/>
              <a:buChar char="o"/>
            </a:pPr>
            <a:r>
              <a:rPr lang="en-US" sz="3600">
                <a:ea typeface="+mn-lt"/>
                <a:cs typeface="+mn-lt"/>
              </a:rPr>
              <a:t>Result: </a:t>
            </a:r>
          </a:p>
          <a:p>
            <a:pPr lvl="2">
              <a:buFont typeface="Wingdings,Sans-Serif" pitchFamily="34" charset="0"/>
              <a:buChar char="§"/>
            </a:pPr>
            <a:r>
              <a:rPr lang="en-US" sz="3600">
                <a:ea typeface="+mn-lt"/>
                <a:cs typeface="+mn-lt"/>
              </a:rPr>
              <a:t>Model understands that 'Ram' is the doer, 'Ravan' is the object, and 'killed' is the action.</a:t>
            </a:r>
            <a:endParaRPr lang="en-US" sz="3600">
              <a:ea typeface="Calibri"/>
              <a:cs typeface="Calibri"/>
            </a:endParaRPr>
          </a:p>
          <a:p>
            <a:pPr lvl="1">
              <a:buFont typeface="Courier New,monospace" pitchFamily="34" charset="0"/>
              <a:buChar char="o"/>
            </a:pPr>
            <a:r>
              <a:rPr lang="en-US" sz="3600">
                <a:ea typeface="+mn-lt"/>
                <a:cs typeface="+mn-lt"/>
              </a:rPr>
              <a:t>Examples - BERT, GPT, etc.</a:t>
            </a:r>
          </a:p>
          <a:p>
            <a:pPr marL="0" indent="0">
              <a:buNone/>
            </a:pPr>
            <a:endParaRPr lang="en-US" sz="6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084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89833-7789-DBD0-E3F9-ADEA8675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" y="0"/>
            <a:ext cx="18287997" cy="2363932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3284" cy="236319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1"/>
            <a:ext cx="18288002" cy="2361466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1E63E-6353-2F6A-30B6-080190BE74BB}"/>
              </a:ext>
            </a:extLst>
          </p:cNvPr>
          <p:cNvSpPr txBox="1"/>
          <p:nvPr/>
        </p:nvSpPr>
        <p:spPr>
          <a:xfrm>
            <a:off x="1049569" y="372057"/>
            <a:ext cx="16137400" cy="173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chemeClr val="bg1"/>
                </a:solidFill>
                <a:latin typeface="The Seasons Bold"/>
                <a:ea typeface="+mn-lt"/>
                <a:cs typeface="+mn-lt"/>
              </a:rPr>
              <a:t>Representation – Contextual &amp; Transformer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38769-F7E7-6797-8517-E5CC09814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19" t="32155" r="15436" b="16162"/>
          <a:stretch>
            <a:fillRect/>
          </a:stretch>
        </p:blipFill>
        <p:spPr>
          <a:xfrm>
            <a:off x="1443336" y="2949439"/>
            <a:ext cx="15401326" cy="667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99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22510-4990-B82B-732B-AF1DDF8E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0411568-7689-5633-C433-D8AFBCCC4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9693AF-AE6C-876D-41AF-0AA8C1096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" y="0"/>
            <a:ext cx="18287997" cy="2363932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FE2F8C-AFA5-5DB7-007D-47DA78F85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3284" cy="236319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F5622B-E05E-79A7-83FC-0432CDFC8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1"/>
            <a:ext cx="18288002" cy="2361466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CB02D-F81D-4B23-7D23-B0284626DEFD}"/>
              </a:ext>
            </a:extLst>
          </p:cNvPr>
          <p:cNvSpPr txBox="1"/>
          <p:nvPr/>
        </p:nvSpPr>
        <p:spPr>
          <a:xfrm>
            <a:off x="1049569" y="372057"/>
            <a:ext cx="16137400" cy="173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chemeClr val="bg1"/>
                </a:solidFill>
                <a:latin typeface="The Seasons Bold"/>
                <a:ea typeface="+mn-lt"/>
                <a:cs typeface="+mn-lt"/>
              </a:rPr>
              <a:t>Representation – Contextual &amp; Transformer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8EE92-3464-47C2-89FB-10FDB017072F}"/>
              </a:ext>
            </a:extLst>
          </p:cNvPr>
          <p:cNvSpPr txBox="1"/>
          <p:nvPr/>
        </p:nvSpPr>
        <p:spPr>
          <a:xfrm rot="-5400000">
            <a:off x="15598239" y="7112330"/>
            <a:ext cx="5010150" cy="380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https://poloclub.github.io/transformer-explainer/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582FF-0BBA-2C5E-388F-332E0ED46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3" t="14044" r="1799" b="8238"/>
          <a:stretch>
            <a:fillRect/>
          </a:stretch>
        </p:blipFill>
        <p:spPr>
          <a:xfrm>
            <a:off x="831272" y="2495624"/>
            <a:ext cx="16625476" cy="778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25278-2912-D435-2800-8457F6A8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FC4671-A544-A1D1-D333-FA9E78F2AA04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Generative AI Action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DBC9025-91F4-B237-B042-1930B977FA58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282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ea typeface="+mn-lt"/>
                <a:cs typeface="+mn-lt"/>
              </a:rPr>
              <a:t>This evolutions has made us reach a point where we can model a language accurately as a Large Language Model - LLM</a:t>
            </a:r>
            <a:endParaRPr lang="en-US">
              <a:ea typeface="+mn-lt"/>
              <a:cs typeface="+mn-lt"/>
            </a:endParaRPr>
          </a:p>
          <a:p>
            <a:r>
              <a:rPr lang="en-US" sz="4000">
                <a:ea typeface="+mn-lt"/>
                <a:cs typeface="+mn-lt"/>
              </a:rPr>
              <a:t>LLMs are models built by </a:t>
            </a:r>
          </a:p>
          <a:p>
            <a:pPr lvl="1">
              <a:buFont typeface="Courier New" pitchFamily="34" charset="0"/>
              <a:buChar char="o"/>
            </a:pPr>
            <a:r>
              <a:rPr lang="en-US" sz="3600">
                <a:ea typeface="+mn-lt"/>
                <a:cs typeface="+mn-lt"/>
              </a:rPr>
              <a:t> </a:t>
            </a:r>
            <a:r>
              <a:rPr lang="en-US" sz="3200">
                <a:ea typeface="+mn-lt"/>
                <a:cs typeface="+mn-lt"/>
              </a:rPr>
              <a:t>Scaling transformer architecture to billions of parameters </a:t>
            </a:r>
          </a:p>
          <a:p>
            <a:pPr lvl="1">
              <a:buFont typeface="Courier New" pitchFamily="34" charset="0"/>
              <a:buChar char="o"/>
            </a:pPr>
            <a:r>
              <a:rPr lang="en-US" sz="3200">
                <a:ea typeface="+mn-lt"/>
                <a:cs typeface="+mn-lt"/>
              </a:rPr>
              <a:t> And training it on vast text corpora</a:t>
            </a:r>
            <a:endParaRPr lang="en-US" sz="3200">
              <a:ea typeface="Calibri"/>
              <a:cs typeface="Calibri"/>
            </a:endParaRPr>
          </a:p>
          <a:p>
            <a:r>
              <a:rPr lang="en-US" sz="4000">
                <a:ea typeface="+mn-lt"/>
                <a:cs typeface="+mn-lt"/>
              </a:rPr>
              <a:t>LLMs learn from training – not explicitly</a:t>
            </a:r>
          </a:p>
          <a:p>
            <a:pPr lvl="1">
              <a:buFont typeface="Courier New" pitchFamily="34" charset="0"/>
              <a:buChar char="o"/>
            </a:pPr>
            <a:r>
              <a:rPr lang="en-US" sz="3200">
                <a:ea typeface="+mn-lt"/>
                <a:cs typeface="+mn-lt"/>
              </a:rPr>
              <a:t>Context: Word meaning in different contexts. Ex.  'bank' of river vs 'bank' loan</a:t>
            </a:r>
          </a:p>
          <a:p>
            <a:pPr lvl="1">
              <a:buFont typeface="Courier New" pitchFamily="34" charset="0"/>
              <a:buChar char="o"/>
            </a:pPr>
            <a:r>
              <a:rPr lang="en-US" sz="3200">
                <a:ea typeface="+mn-lt"/>
                <a:cs typeface="+mn-lt"/>
              </a:rPr>
              <a:t>Syntax: Grammar and structure of sentences. Ex. Ram kills Ravan &gt; subject-verb-object</a:t>
            </a:r>
          </a:p>
          <a:p>
            <a:pPr lvl="1">
              <a:buFont typeface="Courier New" pitchFamily="34" charset="0"/>
              <a:buChar char="o"/>
            </a:pPr>
            <a:r>
              <a:rPr lang="en-US" sz="3200">
                <a:ea typeface="+mn-lt"/>
                <a:cs typeface="+mn-lt"/>
              </a:rPr>
              <a:t>Semantics: Word meanings and relationships. Ex. doctor is to hospital as teacher is to school</a:t>
            </a:r>
          </a:p>
          <a:p>
            <a:pPr lvl="1">
              <a:buFont typeface="Courier New" pitchFamily="34" charset="0"/>
              <a:buChar char="o"/>
            </a:pPr>
            <a:r>
              <a:rPr lang="en-US" sz="3200">
                <a:ea typeface="+mn-lt"/>
                <a:cs typeface="+mn-lt"/>
              </a:rPr>
              <a:t>World Knowledge: Factual, encyclopedic, and common knowledge. Ex. Taj Mahal is in Agra.</a:t>
            </a:r>
          </a:p>
          <a:p>
            <a:r>
              <a:rPr lang="en-US" sz="3600">
                <a:ea typeface="+mn-lt"/>
                <a:cs typeface="+mn-lt"/>
              </a:rPr>
              <a:t>LLMs are capable of generating next word given a context; generated content is completely from what it has learned/inferred from!</a:t>
            </a:r>
            <a:endParaRPr lang="en-US" sz="3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7121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BFFC-3BBE-3F68-832A-EAF4248B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14BD5-B7A2-D88D-870D-B3C372909838}"/>
              </a:ext>
            </a:extLst>
          </p:cNvPr>
          <p:cNvSpPr txBox="1"/>
          <p:nvPr/>
        </p:nvSpPr>
        <p:spPr>
          <a:xfrm>
            <a:off x="1059875" y="680195"/>
            <a:ext cx="1622052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Generative AI Action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EA2AE18-AAC8-10F7-3EE0-98FF20D0A0DD}"/>
              </a:ext>
            </a:extLst>
          </p:cNvPr>
          <p:cNvSpPr txBox="1">
            <a:spLocks/>
          </p:cNvSpPr>
          <p:nvPr/>
        </p:nvSpPr>
        <p:spPr>
          <a:xfrm>
            <a:off x="1050471" y="2053046"/>
            <a:ext cx="16200120" cy="68282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ea typeface="Calibri"/>
                <a:cs typeface="Calibri"/>
              </a:rPr>
              <a:t>GPT – Generative Pretrained Transformer – a foundational model</a:t>
            </a:r>
          </a:p>
          <a:p>
            <a:r>
              <a:rPr lang="en-US" sz="4000">
                <a:ea typeface="Calibri"/>
                <a:cs typeface="Calibri"/>
              </a:rPr>
              <a:t>ChatGPT – GPT + special training for dialogue + chat UI + safety layers</a:t>
            </a:r>
          </a:p>
          <a:p>
            <a:r>
              <a:rPr lang="en-US" sz="4000">
                <a:ea typeface="Calibri"/>
                <a:cs typeface="Calibri"/>
              </a:rPr>
              <a:t>Beyond Text</a:t>
            </a:r>
          </a:p>
          <a:p>
            <a:endParaRPr lang="en-US" sz="4000">
              <a:ea typeface="Calibri"/>
              <a:cs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50CD07-2437-E879-F65E-9FECD3BA7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909962"/>
              </p:ext>
            </p:extLst>
          </p:nvPr>
        </p:nvGraphicFramePr>
        <p:xfrm>
          <a:off x="1368136" y="4572000"/>
          <a:ext cx="15616943" cy="4831452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4952999">
                  <a:extLst>
                    <a:ext uri="{9D8B030D-6E8A-4147-A177-3AD203B41FA5}">
                      <a16:colId xmlns:a16="http://schemas.microsoft.com/office/drawing/2014/main" val="2843547659"/>
                    </a:ext>
                  </a:extLst>
                </a:gridCol>
                <a:gridCol w="10663944">
                  <a:extLst>
                    <a:ext uri="{9D8B030D-6E8A-4147-A177-3AD203B41FA5}">
                      <a16:colId xmlns:a16="http://schemas.microsoft.com/office/drawing/2014/main" val="2863336041"/>
                    </a:ext>
                  </a:extLst>
                </a:gridCol>
              </a:tblGrid>
              <a:tr h="678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400" b="1">
                          <a:solidFill>
                            <a:srgbClr val="0070C0"/>
                          </a:solidFill>
                          <a:effectLst/>
                        </a:rPr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400" b="1">
                          <a:solidFill>
                            <a:srgbClr val="0070C0"/>
                          </a:solidFill>
                          <a:effectLst/>
                        </a:rPr>
                        <a:t>Model 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515356"/>
                  </a:ext>
                </a:extLst>
              </a:tr>
              <a:tr h="678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Text (LLMs)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GPT-4, Claude, </a:t>
                      </a:r>
                      <a:r>
                        <a:rPr lang="en-US" sz="2400" err="1"/>
                        <a:t>LLaMA</a:t>
                      </a:r>
                      <a:r>
                        <a:rPr lang="en-US" sz="2400"/>
                        <a:t>, Gemini, T5, Command R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26219888"/>
                  </a:ext>
                </a:extLst>
              </a:tr>
              <a:tr h="678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Image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DALL·E, Midjourney, Stable Diffusion, Imagen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79075800"/>
                  </a:ext>
                </a:extLst>
              </a:tr>
              <a:tr h="678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Audio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Bark, Jukebox, </a:t>
                      </a:r>
                      <a:r>
                        <a:rPr lang="en-US" sz="2400" err="1"/>
                        <a:t>AudioLM</a:t>
                      </a:r>
                      <a:r>
                        <a:rPr lang="en-US" sz="2400"/>
                        <a:t>, VALL-E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57202553"/>
                  </a:ext>
                </a:extLst>
              </a:tr>
              <a:tr h="678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Video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Sora, Runway Gen-2, Pika, Luma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08974688"/>
                  </a:ext>
                </a:extLst>
              </a:tr>
              <a:tr h="678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Code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Codex, Code </a:t>
                      </a:r>
                      <a:r>
                        <a:rPr lang="en-US" sz="2400" err="1"/>
                        <a:t>LLaMA</a:t>
                      </a:r>
                      <a:r>
                        <a:rPr lang="en-US" sz="2400"/>
                        <a:t>, </a:t>
                      </a:r>
                      <a:r>
                        <a:rPr lang="en-US" sz="2400" err="1"/>
                        <a:t>StarCoder</a:t>
                      </a:r>
                      <a:r>
                        <a:rPr lang="en-US" sz="2400"/>
                        <a:t>, DeepSeek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31302606"/>
                  </a:ext>
                </a:extLst>
              </a:tr>
              <a:tr h="678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Multimodal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GPT-4o, Gemini, Claude 3, BLIP-2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8002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56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562839B-6EBE-85A8-D0A3-2265F3E0A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633" y="1324412"/>
            <a:ext cx="7424948" cy="6445714"/>
          </a:xfrm>
        </p:spPr>
        <p:txBody>
          <a:bodyPr vert="horz" lIns="102870" tIns="51435" rIns="102870" bIns="51435" rtlCol="0" anchor="ctr">
            <a:noAutofit/>
          </a:bodyPr>
          <a:lstStyle>
            <a:defPPr>
              <a:defRPr lang="en-US"/>
            </a:defPPr>
            <a:lvl1pPr marL="0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422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914400">
              <a:lnSpc>
                <a:spcPct val="101000"/>
              </a:lnSpc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Time Management: "Help me organize my day. I have a meeting at 10 AM, need to finish a report by 3 PM, and want to exercise for 30 minutes. Suggest a schedule."</a:t>
            </a:r>
            <a:endParaRPr lang="en-US" sz="2400">
              <a:ea typeface="Calibri"/>
              <a:cs typeface="Calibri"/>
            </a:endParaRPr>
          </a:p>
          <a:p>
            <a:pPr marL="342900" lvl="1" indent="-342900" defTabSz="914400">
              <a:lnSpc>
                <a:spcPct val="101000"/>
              </a:lnSpc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Learning a Skill: "Teach me five basic phrases in Spanish for greeting people, with pronunciation tips, and suggest a daily practice routine."</a:t>
            </a:r>
          </a:p>
          <a:p>
            <a:pPr marL="342900" lvl="1" indent="-342900" defTabSz="914400">
              <a:lnSpc>
                <a:spcPct val="101000"/>
              </a:lnSpc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Budgeting: "I have $50 to spend on groceries this week. Suggest a shopping list for affordable, healthy meals and estimate the costs."</a:t>
            </a:r>
          </a:p>
          <a:p>
            <a:pPr marL="342900" lvl="1" indent="-342900" defTabSz="914400">
              <a:lnSpc>
                <a:spcPct val="101000"/>
              </a:lnSpc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Stress Relief: "Give me a 10-minute relaxation exercise with step-by-step instructions I can do at home to unwind after a long day."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79BAF-30FC-0978-D1C2-EB7689ECC6AF}"/>
              </a:ext>
            </a:extLst>
          </p:cNvPr>
          <p:cNvSpPr txBox="1">
            <a:spLocks/>
          </p:cNvSpPr>
          <p:nvPr/>
        </p:nvSpPr>
        <p:spPr>
          <a:xfrm>
            <a:off x="1294265" y="1965396"/>
            <a:ext cx="7835941" cy="6801466"/>
          </a:xfrm>
        </p:spPr>
        <p:txBody>
          <a:bodyPr vert="horz" lIns="102870" tIns="51435" rIns="102870" bIns="51435" rtlCol="0" anchor="ctr">
            <a:noAutofit/>
          </a:bodyPr>
          <a:lstStyle>
            <a:defPPr>
              <a:defRPr lang="en-US"/>
            </a:defPPr>
            <a:lvl1pPr marL="0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422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914400">
              <a:lnSpc>
                <a:spcPct val="101000"/>
              </a:lnSpc>
              <a:spcBef>
                <a:spcPct val="20000"/>
              </a:spcBef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Email Drafting: "Write a polite, professional email to a colleague requesting a project update by end of day, keeping it under 100 words."</a:t>
            </a:r>
          </a:p>
          <a:p>
            <a:pPr marL="342900" lvl="1" indent="-342900" defTabSz="914400">
              <a:lnSpc>
                <a:spcPct val="101000"/>
              </a:lnSpc>
              <a:spcBef>
                <a:spcPct val="20000"/>
              </a:spcBef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Meeting Prep: "Summarize this 500-word project brief into 3 key points for a 10-minute team meeting, and suggest two questions to ask for clarification."</a:t>
            </a:r>
          </a:p>
          <a:p>
            <a:pPr marL="342900" lvl="1" indent="-342900" defTabSz="914400">
              <a:lnSpc>
                <a:spcPct val="101000"/>
              </a:lnSpc>
              <a:spcBef>
                <a:spcPct val="20000"/>
              </a:spcBef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Task Prioritization: "I have to draft a proposal, review a presentation, and respond to 15 emails today. Rank these tasks by urgency and suggest a timeline for an 8-hour workday."</a:t>
            </a:r>
          </a:p>
          <a:p>
            <a:pPr marL="342900" lvl="1" indent="-342900" defTabSz="914400">
              <a:lnSpc>
                <a:spcPct val="101000"/>
              </a:lnSpc>
              <a:spcBef>
                <a:spcPct val="20000"/>
              </a:spcBef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Data Organization: "Create a simple template for a weekly report in bullet points, including sections for goals, progress, and challenges, that I can reuse."</a:t>
            </a:r>
          </a:p>
          <a:p>
            <a:pPr marL="342900" lvl="1" indent="-342900" defTabSz="914400">
              <a:lnSpc>
                <a:spcPct val="101000"/>
              </a:lnSpc>
              <a:spcBef>
                <a:spcPct val="20000"/>
              </a:spcBef>
              <a:spcAft>
                <a:spcPts val="1050"/>
              </a:spcAft>
              <a:buFont typeface="Arial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Problem Solving: "My team missed a deadline because of poor communication. Suggest three actionable steps to improve our workflow and prevent this in the future."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255F9F-AB02-5D3F-6323-8B04C2B2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8" y="829810"/>
            <a:ext cx="16638814" cy="1143000"/>
          </a:xfrm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US" sz="6000" b="1" err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GenAI</a:t>
            </a:r>
            <a:r>
              <a:rPr lang="en-US" sz="6000" b="1">
                <a:solidFill>
                  <a:srgbClr val="004AAD"/>
                </a:solidFill>
                <a:latin typeface="The Seasons Bold"/>
                <a:ea typeface="+mn-lt"/>
                <a:cs typeface="+mn-lt"/>
              </a:rPr>
              <a:t> for Individual use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71231-172F-2670-B50C-8A2A50D3E50F}"/>
              </a:ext>
            </a:extLst>
          </p:cNvPr>
          <p:cNvSpPr txBox="1"/>
          <p:nvPr/>
        </p:nvSpPr>
        <p:spPr>
          <a:xfrm>
            <a:off x="11919857" y="7151915"/>
            <a:ext cx="3886200" cy="18086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ts val="3375"/>
              </a:lnSpc>
            </a:pPr>
            <a:r>
              <a:rPr lang="en-US" sz="2400" u="sng">
                <a:solidFill>
                  <a:srgbClr val="0563C1"/>
                </a:solidFill>
                <a:cs typeface="Arial"/>
                <a:hlinkClick r:id="rId2"/>
              </a:rPr>
              <a:t>www.grok.com</a:t>
            </a:r>
            <a:r>
              <a:rPr lang="en-US" sz="2400">
                <a:cs typeface="Arial"/>
              </a:rPr>
              <a:t> ​</a:t>
            </a:r>
            <a:endParaRPr lang="en-US" sz="2400">
              <a:ea typeface="Calibri"/>
              <a:cs typeface="Calibri"/>
            </a:endParaRPr>
          </a:p>
          <a:p>
            <a:pPr marL="0" lvl="1">
              <a:lnSpc>
                <a:spcPts val="3375"/>
              </a:lnSpc>
            </a:pPr>
            <a:r>
              <a:rPr lang="en-US" sz="2400" u="sng">
                <a:solidFill>
                  <a:srgbClr val="0563C1"/>
                </a:solidFill>
                <a:cs typeface="Arial"/>
                <a:hlinkClick r:id="rId3"/>
              </a:rPr>
              <a:t>www.chatgpt.com</a:t>
            </a:r>
            <a:r>
              <a:rPr lang="en-US" sz="2400">
                <a:cs typeface="Arial"/>
              </a:rPr>
              <a:t>​</a:t>
            </a:r>
            <a:endParaRPr lang="en-US" sz="2400">
              <a:ea typeface="Calibri"/>
              <a:cs typeface="Arial"/>
            </a:endParaRPr>
          </a:p>
          <a:p>
            <a:pPr marL="0" lvl="1">
              <a:lnSpc>
                <a:spcPts val="3375"/>
              </a:lnSpc>
            </a:pPr>
            <a:r>
              <a:rPr lang="en-US" sz="2400" u="sng">
                <a:solidFill>
                  <a:srgbClr val="0563C1"/>
                </a:solidFill>
                <a:cs typeface="Arial"/>
                <a:hlinkClick r:id="rId4"/>
              </a:rPr>
              <a:t>https://gemini.google.com</a:t>
            </a:r>
            <a:r>
              <a:rPr lang="en-US" sz="2400">
                <a:cs typeface="Arial"/>
              </a:rPr>
              <a:t>​</a:t>
            </a:r>
            <a:endParaRPr lang="en-US" sz="2400">
              <a:ea typeface="Calibri"/>
              <a:cs typeface="Arial"/>
            </a:endParaRPr>
          </a:p>
          <a:p>
            <a:pPr marL="0" lvl="1">
              <a:lnSpc>
                <a:spcPts val="3375"/>
              </a:lnSpc>
            </a:pPr>
            <a:r>
              <a:rPr lang="en-US" sz="2400" u="sng">
                <a:solidFill>
                  <a:srgbClr val="0563C1"/>
                </a:solidFill>
                <a:cs typeface="Arial"/>
                <a:hlinkClick r:id="rId5"/>
              </a:rPr>
              <a:t>www.perplexity.ai</a:t>
            </a:r>
            <a:r>
              <a:rPr lang="en-US" sz="2400">
                <a:cs typeface="Arial"/>
              </a:rPr>
              <a:t> ​</a:t>
            </a:r>
            <a:endParaRPr lang="en-US" sz="240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1731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65D73-DF79-857F-C556-0BF8DF5C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FDB5580-964A-FCF7-E4E7-B4DD573C9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55" y="1973201"/>
            <a:ext cx="14916633" cy="7049870"/>
          </a:xfrm>
        </p:spPr>
        <p:txBody>
          <a:bodyPr vert="horz" lIns="102870" tIns="51435" rIns="102870" bIns="51435" rtlCol="0" anchor="ctr">
            <a:noAutofit/>
          </a:bodyPr>
          <a:lstStyle>
            <a:defPPr>
              <a:defRPr lang="en-US"/>
            </a:defPPr>
            <a:lvl1pPr marL="0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422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5975" lvl="1" algn="just">
              <a:buFont typeface="Arial"/>
              <a:buChar char="•"/>
            </a:pPr>
            <a:r>
              <a:rPr lang="en-US" sz="2700" b="1">
                <a:latin typeface="Calibri"/>
                <a:ea typeface="+mn-lt"/>
                <a:cs typeface="+mn-lt"/>
              </a:rPr>
              <a:t>Hallucination:</a:t>
            </a:r>
            <a:r>
              <a:rPr lang="en-US" sz="2700">
                <a:latin typeface="Calibri"/>
                <a:ea typeface="+mn-lt"/>
                <a:cs typeface="+mn-lt"/>
              </a:rPr>
              <a:t> Might generate plausible-sounding but completely fabricated information. For example, if you ask for historical details, it could invent events that never happened. Always cross-check critical facts with reliable sources.</a:t>
            </a:r>
            <a:endParaRPr lang="en-US"/>
          </a:p>
          <a:p>
            <a:pPr marL="815975" lvl="1" algn="just">
              <a:buFont typeface="Arial"/>
              <a:buChar char="•"/>
            </a:pPr>
            <a:r>
              <a:rPr lang="en-US" sz="2700" b="1">
                <a:latin typeface="Calibri"/>
                <a:ea typeface="+mn-lt"/>
                <a:cs typeface="+mn-lt"/>
              </a:rPr>
              <a:t>Inaccuracy:</a:t>
            </a:r>
            <a:r>
              <a:rPr lang="en-US" sz="2700">
                <a:latin typeface="Calibri"/>
                <a:ea typeface="+mn-lt"/>
                <a:cs typeface="+mn-lt"/>
              </a:rPr>
              <a:t> The responses might contain errors, especially with complex or niche topics. If you ask for financial advice or technical specs, it could miss nuances. Double-check with experts or primary data when precision is key.</a:t>
            </a:r>
          </a:p>
          <a:p>
            <a:pPr marL="815975" lvl="1" algn="just">
              <a:buFont typeface="Arial"/>
              <a:buChar char="•"/>
            </a:pPr>
            <a:r>
              <a:rPr lang="en-US" sz="2700" b="1">
                <a:latin typeface="Calibri"/>
                <a:ea typeface="+mn-lt"/>
                <a:cs typeface="+mn-lt"/>
              </a:rPr>
              <a:t>Bias:</a:t>
            </a:r>
            <a:r>
              <a:rPr lang="en-US" sz="2700">
                <a:latin typeface="Calibri"/>
                <a:ea typeface="+mn-lt"/>
                <a:cs typeface="+mn-lt"/>
              </a:rPr>
              <a:t> It's trained on vast datasets that can reflect human biases—social, cultural, or otherwise. If you ask for opinions or analysis, the output might unintentionally lean one way. Use it as </a:t>
            </a:r>
            <a:r>
              <a:rPr lang="en-US" sz="2700" b="1">
                <a:highlight>
                  <a:srgbClr val="FFFF00"/>
                </a:highlight>
                <a:latin typeface="Calibri"/>
                <a:ea typeface="+mn-lt"/>
                <a:cs typeface="+mn-lt"/>
              </a:rPr>
              <a:t>a starting point, not a final judgment.</a:t>
            </a:r>
          </a:p>
          <a:p>
            <a:pPr marL="815975" lvl="1" algn="just">
              <a:buFont typeface="Arial"/>
              <a:buChar char="•"/>
            </a:pPr>
            <a:r>
              <a:rPr lang="en-US" sz="2700" b="1">
                <a:latin typeface="Calibri"/>
                <a:ea typeface="+mn-lt"/>
                <a:cs typeface="+mn-lt"/>
              </a:rPr>
              <a:t>Over-Reliance:</a:t>
            </a:r>
            <a:r>
              <a:rPr lang="en-US" sz="2700">
                <a:latin typeface="Calibri"/>
                <a:ea typeface="+mn-lt"/>
                <a:cs typeface="+mn-lt"/>
              </a:rPr>
              <a:t> It’s tempting to let it handle everything, but it can’t replace human judgment. For instance, blindly following a generated schedule might ignore real-world constraints. Stay engaged and tweak the suggestions as needed.</a:t>
            </a:r>
          </a:p>
          <a:p>
            <a:pPr marL="815975" lvl="1" algn="just">
              <a:buFont typeface="Arial"/>
              <a:buChar char="•"/>
            </a:pPr>
            <a:r>
              <a:rPr lang="en-US" sz="2700" b="1">
                <a:latin typeface="Calibri"/>
                <a:ea typeface="+mn-lt"/>
                <a:cs typeface="+mn-lt"/>
              </a:rPr>
              <a:t>Privacy Risks:</a:t>
            </a:r>
            <a:r>
              <a:rPr lang="en-US" sz="2700">
                <a:latin typeface="Calibri"/>
                <a:ea typeface="+mn-lt"/>
                <a:cs typeface="+mn-lt"/>
              </a:rPr>
              <a:t> Sharing sensitive info—like personal details or proprietary business data—could be a mistake. It doesn't store your input, but it’s best to avoid </a:t>
            </a:r>
            <a:r>
              <a:rPr lang="en-US" sz="2700" b="1">
                <a:latin typeface="Calibri"/>
                <a:ea typeface="+mn-lt"/>
                <a:cs typeface="+mn-lt"/>
              </a:rPr>
              <a:t>feeding it anything confidential, just to be safe.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AC74F-318A-5454-F04F-9CD83641F4C9}"/>
              </a:ext>
            </a:extLst>
          </p:cNvPr>
          <p:cNvSpPr txBox="1"/>
          <p:nvPr/>
        </p:nvSpPr>
        <p:spPr>
          <a:xfrm>
            <a:off x="1539240" y="662940"/>
            <a:ext cx="147066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err="1">
                <a:solidFill>
                  <a:srgbClr val="004AAD"/>
                </a:solidFill>
                <a:latin typeface="The Seasons Bold"/>
              </a:rPr>
              <a:t>GenAI</a:t>
            </a:r>
            <a:r>
              <a:rPr lang="en-US" sz="6000" b="1">
                <a:solidFill>
                  <a:srgbClr val="004AAD"/>
                </a:solidFill>
                <a:latin typeface="The Seasons Bold"/>
              </a:rPr>
              <a:t> for Individual use - Careful</a:t>
            </a:r>
            <a:r>
              <a:rPr lang="en-US" sz="6000">
                <a:latin typeface="The Seasons Bold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28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48335-BDD0-E7D5-1361-F8B8FA98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F0A5962-E35A-A658-4251-A18770B0E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706168"/>
              </p:ext>
            </p:extLst>
          </p:nvPr>
        </p:nvGraphicFramePr>
        <p:xfrm>
          <a:off x="1530927" y="2344882"/>
          <a:ext cx="15675092" cy="7000037"/>
        </p:xfrm>
        <a:graphic>
          <a:graphicData uri="http://schemas.openxmlformats.org/drawingml/2006/table">
            <a:tbl>
              <a:tblPr bandRow="1">
                <a:tableStyleId>{FABFCF23-3B69-468F-B69F-88F6DE6A72F2}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3066783122"/>
                    </a:ext>
                  </a:extLst>
                </a:gridCol>
                <a:gridCol w="4705350">
                  <a:extLst>
                    <a:ext uri="{9D8B030D-6E8A-4147-A177-3AD203B41FA5}">
                      <a16:colId xmlns:a16="http://schemas.microsoft.com/office/drawing/2014/main" val="3546951562"/>
                    </a:ext>
                  </a:extLst>
                </a:gridCol>
                <a:gridCol w="6835892">
                  <a:extLst>
                    <a:ext uri="{9D8B030D-6E8A-4147-A177-3AD203B41FA5}">
                      <a16:colId xmlns:a16="http://schemas.microsoft.com/office/drawing/2014/main" val="621481384"/>
                    </a:ext>
                  </a:extLst>
                </a:gridCol>
              </a:tblGrid>
              <a:tr h="52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rgbClr val="0070C0"/>
                          </a:solidFill>
                        </a:rPr>
                        <a:t>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rgbClr val="0070C0"/>
                          </a:solidFill>
                        </a:rPr>
                        <a:t>Example Use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43706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Natural Language Processing (NLP)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Understand and generate human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Chatbots, summarization, sentiment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834929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Interpret images and 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OCR, face detection, quality control in factories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363390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Recommendation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Personalize based on user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Netflix, YouTube, e-commerce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479365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Predictive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Forecast future values from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Stock prediction, sales forecasting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786274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Speech Recognition &amp; 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Convert speech to text &amp; vice versa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Voice assistants, IVR, dictation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190794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Generative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 new content (text, code, images,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Content creation, code generation, game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418475"/>
                  </a:ext>
                </a:extLst>
              </a:tr>
              <a:tr h="925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Autonomous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Software that acts on user’s behalf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Email sorting bots, RPA, travel assistants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5580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3E1FDE-101A-8675-A4B6-D6ABAC79DAE9}"/>
              </a:ext>
            </a:extLst>
          </p:cNvPr>
          <p:cNvSpPr txBox="1"/>
          <p:nvPr/>
        </p:nvSpPr>
        <p:spPr>
          <a:xfrm>
            <a:off x="1539240" y="662940"/>
            <a:ext cx="147066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err="1">
                <a:solidFill>
                  <a:srgbClr val="004AAD"/>
                </a:solidFill>
                <a:latin typeface="The Seasons Bold"/>
              </a:rPr>
              <a:t>GenAI-fy</a:t>
            </a:r>
            <a:r>
              <a:rPr lang="en-US" sz="6000" b="1">
                <a:solidFill>
                  <a:srgbClr val="004AAD"/>
                </a:solidFill>
                <a:latin typeface="The Seasons Bold"/>
              </a:rPr>
              <a:t> Software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661669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F8E70-B768-C59A-EEB1-5F581686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EF592D-A2A9-8860-2CAD-56F0F4C1A438}"/>
              </a:ext>
            </a:extLst>
          </p:cNvPr>
          <p:cNvSpPr txBox="1"/>
          <p:nvPr/>
        </p:nvSpPr>
        <p:spPr>
          <a:xfrm>
            <a:off x="1539240" y="662940"/>
            <a:ext cx="147066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err="1">
                <a:solidFill>
                  <a:srgbClr val="004AAD"/>
                </a:solidFill>
                <a:latin typeface="The Seasons Bold"/>
              </a:rPr>
              <a:t>GenAI-fy</a:t>
            </a:r>
            <a:r>
              <a:rPr lang="en-US" sz="6000" b="1">
                <a:solidFill>
                  <a:srgbClr val="004AAD"/>
                </a:solidFill>
                <a:latin typeface="The Seasons Bold"/>
              </a:rPr>
              <a:t> Software Applications 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02AE3E9-99B9-5F78-D2F2-E9E5153C13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447638"/>
              </p:ext>
            </p:extLst>
          </p:nvPr>
        </p:nvGraphicFramePr>
        <p:xfrm>
          <a:off x="457200" y="1946564"/>
          <a:ext cx="17189367" cy="8142849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5729789">
                  <a:extLst>
                    <a:ext uri="{9D8B030D-6E8A-4147-A177-3AD203B41FA5}">
                      <a16:colId xmlns:a16="http://schemas.microsoft.com/office/drawing/2014/main" val="2484617326"/>
                    </a:ext>
                  </a:extLst>
                </a:gridCol>
                <a:gridCol w="5729789">
                  <a:extLst>
                    <a:ext uri="{9D8B030D-6E8A-4147-A177-3AD203B41FA5}">
                      <a16:colId xmlns:a16="http://schemas.microsoft.com/office/drawing/2014/main" val="2839321051"/>
                    </a:ext>
                  </a:extLst>
                </a:gridCol>
                <a:gridCol w="5729789">
                  <a:extLst>
                    <a:ext uri="{9D8B030D-6E8A-4147-A177-3AD203B41FA5}">
                      <a16:colId xmlns:a16="http://schemas.microsoft.com/office/drawing/2014/main" val="3876426129"/>
                    </a:ext>
                  </a:extLst>
                </a:gridCol>
              </a:tblGrid>
              <a:tr h="585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>
                          <a:effectLst/>
                        </a:rP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>
                          <a:effectLst/>
                        </a:rPr>
                        <a:t>Text LLM 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>
                          <a:effectLst/>
                        </a:rPr>
                        <a:t>Multimodal LLM Use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63212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Customer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Chatbots, complaint classification, email reply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Image-based issue resolution, OCR on receipts/screenshots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740975"/>
                  </a:ext>
                </a:extLst>
              </a:tr>
              <a:tr h="5858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Education &amp;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Tutoring, quiz generation, essay grading, language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Visual problem explanations, diagram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41815"/>
                  </a:ext>
                </a:extLst>
              </a:tr>
              <a:tr h="5858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Enterprise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Meeting summarization, email drafting, report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Slide/image extraction from meetings, visual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14098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Document Intelligence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Contract QA, summarization, semantic document search (RAG)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Visual document parsing, charts-to-text explanation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236737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Code Assistance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Code generation, code explanation, bug fixing, documentation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Code from screenshots, UI-based input to code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44379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Business Analytics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Natural language to SQL, spreadsheet explanation, data insights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Chart reading, table image analysis, voice-to-report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494811"/>
                  </a:ext>
                </a:extLst>
              </a:tr>
              <a:tr h="5858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Legal &amp;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Policy simplification, redaction, compliance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Legal doc image summarization, scanned form parsing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192871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Agentic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Goal decomposition, API orchestration, research assistance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err="1"/>
                        <a:t>Image+text</a:t>
                      </a:r>
                      <a:r>
                        <a:rPr lang="en-US" sz="2400"/>
                        <a:t> planning, PDF understanding with layout awareness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229062"/>
                  </a:ext>
                </a:extLst>
              </a:tr>
            </a:tbl>
          </a:graphicData>
        </a:graphic>
      </p:graphicFrame>
      <p:pic>
        <p:nvPicPr>
          <p:cNvPr id="12" name="Graphic 11" descr="Badge New with solid fill">
            <a:extLst>
              <a:ext uri="{FF2B5EF4-FFF2-40B4-BE49-F238E27FC236}">
                <a16:creationId xmlns:a16="http://schemas.microsoft.com/office/drawing/2014/main" id="{DCEFECA5-CF8B-A827-FFAE-88CDD2952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4840" y="5859780"/>
            <a:ext cx="640080" cy="594360"/>
          </a:xfrm>
          <a:prstGeom prst="rect">
            <a:avLst/>
          </a:prstGeom>
        </p:spPr>
      </p:pic>
      <p:pic>
        <p:nvPicPr>
          <p:cNvPr id="13" name="Graphic 12" descr="Badge New with solid fill">
            <a:extLst>
              <a:ext uri="{FF2B5EF4-FFF2-40B4-BE49-F238E27FC236}">
                <a16:creationId xmlns:a16="http://schemas.microsoft.com/office/drawing/2014/main" id="{4F27FD98-A155-ADC4-A183-4F9B40DBA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4840" y="6911340"/>
            <a:ext cx="64008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38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C4FD5-703C-3CA5-3BDD-A8F148CA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0E2F8DF-F7E4-4DF5-A18A-C83F745FF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67D5406D-43E1-F316-C8C5-6CB8043560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943260"/>
              </p:ext>
            </p:extLst>
          </p:nvPr>
        </p:nvGraphicFramePr>
        <p:xfrm>
          <a:off x="1013460" y="1965960"/>
          <a:ext cx="16581120" cy="7207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5" name="TextBox 244">
            <a:extLst>
              <a:ext uri="{FF2B5EF4-FFF2-40B4-BE49-F238E27FC236}">
                <a16:creationId xmlns:a16="http://schemas.microsoft.com/office/drawing/2014/main" id="{4EB16AB4-0946-C12B-21DB-B874B2AA7B68}"/>
              </a:ext>
            </a:extLst>
          </p:cNvPr>
          <p:cNvSpPr txBox="1"/>
          <p:nvPr/>
        </p:nvSpPr>
        <p:spPr>
          <a:xfrm>
            <a:off x="1249680" y="464820"/>
            <a:ext cx="1269492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rgbClr val="004AAD"/>
                </a:solidFill>
                <a:latin typeface="The Seasons Bold"/>
              </a:rPr>
              <a:t>GenAI-fy Software Applications </a:t>
            </a:r>
            <a:r>
              <a:rPr lang="en-US" sz="6000">
                <a:latin typeface="The Seasons Bold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9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2D3F7-6A00-B73F-B264-99369BCF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1083D2-1FE4-0290-294B-4B24A45E09F3}"/>
              </a:ext>
            </a:extLst>
          </p:cNvPr>
          <p:cNvSpPr txBox="1"/>
          <p:nvPr/>
        </p:nvSpPr>
        <p:spPr>
          <a:xfrm>
            <a:off x="929640" y="266700"/>
            <a:ext cx="1712976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err="1">
                <a:solidFill>
                  <a:srgbClr val="004AAD"/>
                </a:solidFill>
                <a:latin typeface="The Seasons Bold"/>
              </a:rPr>
              <a:t>GenAI-fy</a:t>
            </a:r>
            <a:r>
              <a:rPr lang="en-US" sz="6000" b="1">
                <a:solidFill>
                  <a:srgbClr val="004AAD"/>
                </a:solidFill>
                <a:latin typeface="The Seasons Bold"/>
              </a:rPr>
              <a:t> Software Applications - Prompting </a:t>
            </a:r>
            <a:endParaRPr lang="en-US" sz="6000">
              <a:latin typeface="The Seasons Bold"/>
            </a:endParaRPr>
          </a:p>
          <a:p>
            <a:endParaRPr lang="en-US" sz="6000">
              <a:latin typeface="The Seasons Bold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7BA59F-FE38-6834-BB41-622C9C778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066240"/>
              </p:ext>
            </p:extLst>
          </p:nvPr>
        </p:nvGraphicFramePr>
        <p:xfrm>
          <a:off x="929640" y="1706880"/>
          <a:ext cx="16675553" cy="88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5553">
                  <a:extLst>
                    <a:ext uri="{9D8B030D-6E8A-4147-A177-3AD203B41FA5}">
                      <a16:colId xmlns:a16="http://schemas.microsoft.com/office/drawing/2014/main" val="3707104747"/>
                    </a:ext>
                  </a:extLst>
                </a:gridCol>
              </a:tblGrid>
              <a:tr h="19186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400" b="0" i="0" u="none" strike="noStrike" noProof="0">
                          <a:latin typeface="Calibri"/>
                        </a:rPr>
                        <a:t>A </a:t>
                      </a:r>
                      <a:r>
                        <a:rPr lang="en-US" sz="4400" b="0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prompt </a:t>
                      </a:r>
                      <a:r>
                        <a:rPr lang="en-US" sz="4400" b="0" i="0" u="none" strike="noStrike" noProof="0">
                          <a:latin typeface="Calibri"/>
                        </a:rPr>
                        <a:t>is a natural language or structured input that elicits a desired response from a generative model, framing the </a:t>
                      </a:r>
                      <a:r>
                        <a:rPr lang="en-US" sz="4400" b="0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context</a:t>
                      </a:r>
                      <a:r>
                        <a:rPr lang="en-US" sz="4400" b="0" i="0" u="none" strike="noStrike" noProof="0">
                          <a:latin typeface="Calibri"/>
                        </a:rPr>
                        <a:t>, </a:t>
                      </a:r>
                      <a:r>
                        <a:rPr lang="en-US" sz="4400" b="0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constraints</a:t>
                      </a:r>
                      <a:r>
                        <a:rPr lang="en-US" sz="4400" b="0" i="0" u="none" strike="noStrike" noProof="0">
                          <a:latin typeface="Calibri"/>
                        </a:rPr>
                        <a:t>, and </a:t>
                      </a:r>
                      <a:r>
                        <a:rPr lang="en-US" sz="4400" b="0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intent </a:t>
                      </a:r>
                      <a:r>
                        <a:rPr lang="en-US" sz="4400" b="0" i="0" u="none" strike="noStrike" noProof="0">
                          <a:latin typeface="Calibri"/>
                        </a:rPr>
                        <a:t>of the task. </a:t>
                      </a:r>
                      <a:endParaRPr lang="en-US" sz="4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062790"/>
                  </a:ext>
                </a:extLst>
              </a:tr>
              <a:tr h="3166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70C0"/>
                          </a:solidFill>
                          <a:latin typeface="Calibri"/>
                        </a:rPr>
                        <a:t>Simple Instructional Prompt / Zero-Shot </a:t>
                      </a:r>
                      <a:endParaRPr lang="en-US" b="1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38283"/>
                  </a:ext>
                </a:extLst>
              </a:tr>
              <a:tr h="46570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  <a:latin typeface="Calibri"/>
                        </a:rPr>
                        <a:t>Summarize the following paragraph or attached document in one sentence.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191235"/>
                  </a:ext>
                </a:extLst>
              </a:tr>
              <a:tr h="3166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70C0"/>
                          </a:solidFill>
                          <a:latin typeface="Calibri"/>
                        </a:rPr>
                        <a:t>Few-Shot Prompt</a:t>
                      </a:r>
                      <a:endParaRPr lang="en-US" b="1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224541"/>
                  </a:ext>
                </a:extLst>
              </a:tr>
              <a:tr h="242164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</a:rPr>
                        <a:t>Q: What is the capital of France?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</a:rPr>
                        <a:t>A: Paris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</a:rPr>
                        <a:t>Q: What is the capital of Italy?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</a:rPr>
                        <a:t>A: Rome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</a:rPr>
                        <a:t>Q: What is the capital of Germany?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solidFill>
                            <a:srgbClr val="FF0000"/>
                          </a:solidFill>
                        </a:rPr>
                        <a:t>A: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605765"/>
                  </a:ext>
                </a:extLst>
              </a:tr>
              <a:tr h="3166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kern="1200" noProof="0">
                          <a:solidFill>
                            <a:srgbClr val="0070C0"/>
                          </a:solidFill>
                          <a:latin typeface="Calibri"/>
                          <a:ea typeface="+mn-ea"/>
                          <a:cs typeface="+mn-cs"/>
                        </a:rPr>
                        <a:t>System + User Prompt (Chat Format)</a:t>
                      </a:r>
                      <a:endParaRPr lang="en-US" sz="1800" b="1" i="0" u="none" strike="noStrike" kern="1200">
                        <a:solidFill>
                          <a:srgbClr val="0070C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039213"/>
                  </a:ext>
                </a:extLst>
              </a:tr>
              <a:tr h="25148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FF0000"/>
                          </a:solidFill>
                        </a:rPr>
                        <a:t>[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FF0000"/>
                          </a:solidFill>
                        </a:rPr>
                        <a:t>     {"role": "system", "content": "You are a helpful legal assistant."},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FF0000"/>
                          </a:solidFill>
                        </a:rPr>
                        <a:t>     {"role": "user", "content": "Summarize this course manual in 5 bullet points."} </a:t>
                      </a:r>
                      <a:endParaRPr lang="en-US" sz="2800">
                        <a:solidFill>
                          <a:srgbClr val="FF0000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6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713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F457-2DBF-936F-4E9C-78F9881A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00ED593-D3FB-D1B4-59E9-A99EA697C97C}"/>
              </a:ext>
            </a:extLst>
          </p:cNvPr>
          <p:cNvGrpSpPr/>
          <p:nvPr/>
        </p:nvGrpSpPr>
        <p:grpSpPr>
          <a:xfrm>
            <a:off x="0" y="10029592"/>
            <a:ext cx="2606421" cy="212999"/>
            <a:chOff x="0" y="0"/>
            <a:chExt cx="695066" cy="14641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209A13-2F7C-492A-2633-AB22F52256CF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FF671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359625-C577-35E9-CCD0-065A01B10C79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0DDF4A9-CA97-BA5E-183F-B2676A3EFC8A}"/>
              </a:ext>
            </a:extLst>
          </p:cNvPr>
          <p:cNvGrpSpPr/>
          <p:nvPr/>
        </p:nvGrpSpPr>
        <p:grpSpPr>
          <a:xfrm>
            <a:off x="7913205" y="10029592"/>
            <a:ext cx="2557436" cy="213001"/>
            <a:chOff x="0" y="0"/>
            <a:chExt cx="695066" cy="14641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B1F25E1-515F-9BC2-853F-BB522844AE64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0603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B902ED6-1173-D056-4A04-69EEED77A82A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80CC04D-2C8D-2F5E-90F7-9DB37888BF8B}"/>
              </a:ext>
            </a:extLst>
          </p:cNvPr>
          <p:cNvGrpSpPr/>
          <p:nvPr/>
        </p:nvGrpSpPr>
        <p:grpSpPr>
          <a:xfrm>
            <a:off x="15744770" y="10029592"/>
            <a:ext cx="2541108" cy="212999"/>
            <a:chOff x="0" y="0"/>
            <a:chExt cx="695066" cy="14641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7E705C4-5DB3-0A4C-70D1-E8F1EAF6B871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1C50D0C-4D2A-9B5E-7398-4469082D38EA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A73244A-32C2-3160-B603-6857A02FA529}"/>
              </a:ext>
            </a:extLst>
          </p:cNvPr>
          <p:cNvGrpSpPr/>
          <p:nvPr/>
        </p:nvGrpSpPr>
        <p:grpSpPr>
          <a:xfrm>
            <a:off x="2626778" y="10029592"/>
            <a:ext cx="2671734" cy="213000"/>
            <a:chOff x="0" y="0"/>
            <a:chExt cx="695066" cy="14641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051588F-ED28-F0AF-BE56-9A01047A1B2C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D587403-032F-1D6E-5F9A-965EF0043C8F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491F3EE-7159-BBF4-BC34-FDC730BE6BC2}"/>
              </a:ext>
            </a:extLst>
          </p:cNvPr>
          <p:cNvGrpSpPr/>
          <p:nvPr/>
        </p:nvGrpSpPr>
        <p:grpSpPr>
          <a:xfrm>
            <a:off x="5282184" y="10029591"/>
            <a:ext cx="2622750" cy="213001"/>
            <a:chOff x="0" y="0"/>
            <a:chExt cx="695066" cy="14641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A31BEEC-573C-E077-3FA6-04108FDB5B02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E160696-9105-6ED0-0209-C8C9162E6AD0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A3026A5-11FD-425C-0DD0-D7E210975856}"/>
              </a:ext>
            </a:extLst>
          </p:cNvPr>
          <p:cNvGrpSpPr/>
          <p:nvPr/>
        </p:nvGrpSpPr>
        <p:grpSpPr>
          <a:xfrm>
            <a:off x="13097419" y="10029590"/>
            <a:ext cx="2639078" cy="213000"/>
            <a:chOff x="0" y="0"/>
            <a:chExt cx="695066" cy="14641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3E94524-0883-5240-7BFB-3C95F4AF68CF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960A20C-E1F2-1A0F-3202-5DA396125BB7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64E172F-8342-0A1C-892A-0C6AC6A4597D}"/>
              </a:ext>
            </a:extLst>
          </p:cNvPr>
          <p:cNvGrpSpPr/>
          <p:nvPr/>
        </p:nvGrpSpPr>
        <p:grpSpPr>
          <a:xfrm>
            <a:off x="10461715" y="10029592"/>
            <a:ext cx="2639078" cy="212999"/>
            <a:chOff x="0" y="0"/>
            <a:chExt cx="695066" cy="14641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FEAEC8-F9A4-C88B-E131-03E3420A4C70}"/>
                </a:ext>
              </a:extLst>
            </p:cNvPr>
            <p:cNvSpPr/>
            <p:nvPr/>
          </p:nvSpPr>
          <p:spPr>
            <a:xfrm>
              <a:off x="0" y="0"/>
              <a:ext cx="695066" cy="146410"/>
            </a:xfrm>
            <a:custGeom>
              <a:avLst/>
              <a:gdLst/>
              <a:ahLst/>
              <a:cxnLst/>
              <a:rect l="l" t="t" r="r" b="b"/>
              <a:pathLst>
                <a:path w="695066" h="146410">
                  <a:moveTo>
                    <a:pt x="0" y="0"/>
                  </a:moveTo>
                  <a:lnTo>
                    <a:pt x="695066" y="0"/>
                  </a:lnTo>
                  <a:lnTo>
                    <a:pt x="695066" y="146410"/>
                  </a:lnTo>
                  <a:lnTo>
                    <a:pt x="0" y="146410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108C228-38AB-5DAB-807C-A94A006B975D}"/>
                </a:ext>
              </a:extLst>
            </p:cNvPr>
            <p:cNvSpPr txBox="1"/>
            <p:nvPr/>
          </p:nvSpPr>
          <p:spPr>
            <a:xfrm>
              <a:off x="0" y="-47625"/>
              <a:ext cx="695066" cy="194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7" name="Picture 26" descr="C-DAC Logo">
            <a:extLst>
              <a:ext uri="{FF2B5EF4-FFF2-40B4-BE49-F238E27FC236}">
                <a16:creationId xmlns:a16="http://schemas.microsoft.com/office/drawing/2014/main" id="{73AFA2BD-ADCE-5AD4-A2AE-F9EF4FA9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184" y="8019370"/>
            <a:ext cx="5505450" cy="6381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3F15D32-B3E7-9CCC-2DBB-550CE1D4D6C9}"/>
              </a:ext>
            </a:extLst>
          </p:cNvPr>
          <p:cNvSpPr txBox="1"/>
          <p:nvPr/>
        </p:nvSpPr>
        <p:spPr>
          <a:xfrm>
            <a:off x="12201797" y="8843555"/>
            <a:ext cx="5364480" cy="638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FF0000"/>
                </a:solidFill>
                <a:latin typeface="Garet Light"/>
                <a:cs typeface="Segoe UI"/>
              </a:rPr>
              <a:t>A premier R&amp;D organization of the Ministry of Electronics​ and</a:t>
            </a:r>
            <a:r>
              <a:rPr lang="en-US" sz="1200" b="1">
                <a:solidFill>
                  <a:srgbClr val="FF0000"/>
                </a:solidFill>
                <a:latin typeface="Garet Light"/>
              </a:rPr>
              <a:t> Information Technology</a:t>
            </a:r>
            <a:r>
              <a:rPr lang="en-US" sz="1200" b="1">
                <a:solidFill>
                  <a:srgbClr val="FF0000"/>
                </a:solidFill>
                <a:latin typeface="Garet Light"/>
                <a:cs typeface="Segoe UI"/>
              </a:rPr>
              <a:t> (MeitY), Govt. of India</a:t>
            </a:r>
            <a:r>
              <a:rPr lang="en-IN" sz="1200" b="1">
                <a:solidFill>
                  <a:srgbClr val="FF0000"/>
                </a:solidFill>
                <a:latin typeface="Garet Light"/>
                <a:cs typeface="Segoe UI"/>
              </a:rPr>
              <a:t>​</a:t>
            </a:r>
            <a:endParaRPr lang="en-IN" sz="1200" b="1">
              <a:solidFill>
                <a:srgbClr val="FF0000"/>
              </a:solidFill>
              <a:latin typeface="Garet Light"/>
              <a:ea typeface="Open Sans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12E66-65C7-870B-ED90-F1D4D7EDA355}"/>
              </a:ext>
            </a:extLst>
          </p:cNvPr>
          <p:cNvSpPr txBox="1"/>
          <p:nvPr/>
        </p:nvSpPr>
        <p:spPr>
          <a:xfrm>
            <a:off x="3951515" y="4343400"/>
            <a:ext cx="9895113" cy="11002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9600" b="1">
                <a:solidFill>
                  <a:srgbClr val="FF0000"/>
                </a:solidFill>
                <a:latin typeface="Colonna MT"/>
                <a:cs typeface="Segoe UI"/>
              </a:rPr>
              <a:t>Thank you!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2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GenAI for Individual use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and Inheritance of Traits Science Presentation in Neutrals Illustrated Style</dc:title>
  <cp:lastModifiedBy>Prakash Pimpale</cp:lastModifiedBy>
  <cp:revision>2</cp:revision>
  <dcterms:created xsi:type="dcterms:W3CDTF">2006-08-16T00:00:00Z</dcterms:created>
  <dcterms:modified xsi:type="dcterms:W3CDTF">2026-03-23T15:39:04Z</dcterms:modified>
  <dc:identifier>DAGsMb59scg</dc:identifier>
</cp:coreProperties>
</file>